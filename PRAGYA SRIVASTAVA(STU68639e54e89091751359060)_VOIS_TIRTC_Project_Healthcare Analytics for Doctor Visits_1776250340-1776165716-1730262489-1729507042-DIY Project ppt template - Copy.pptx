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 id="214748367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968">
          <p15:clr>
            <a:srgbClr val="A4A3A4"/>
          </p15:clr>
        </p15:guide>
        <p15:guide id="2" pos="408">
          <p15:clr>
            <a:srgbClr val="A4A3A4"/>
          </p15:clr>
        </p15:guide>
        <p15:guide id="3" orient="horz" pos="3912">
          <p15:clr>
            <a:srgbClr val="A4A3A4"/>
          </p15:clr>
        </p15:guide>
        <p15:guide id="4" pos="7272">
          <p15:clr>
            <a:srgbClr val="A4A3A4"/>
          </p15:clr>
        </p15:guide>
        <p15:guide id="5" orient="horz" pos="1656">
          <p15:clr>
            <a:srgbClr val="A4A3A4"/>
          </p15:clr>
        </p15:guide>
      </p15:sldGuideLst>
    </p:ext>
    <p:ext uri="GoogleSlidesCustomDataVersion2">
      <go:slidesCustomData xmlns:go="http://customooxmlschemas.google.com/" r:id="rId23" roundtripDataSignature="AMtx7mijj08ejkJBDL2gzIsyg8FV7+sGA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968" orient="horz"/>
        <p:guide pos="408"/>
        <p:guide pos="3912" orient="horz"/>
        <p:guide pos="7272"/>
        <p:guide pos="1656" orient="horz"/>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11" Type="http://schemas.openxmlformats.org/officeDocument/2006/relationships/slide" Target="slides/slide5.xml"/><Relationship Id="rId22" Type="http://schemas.openxmlformats.org/officeDocument/2006/relationships/slide" Target="slides/slide16.xml"/><Relationship Id="rId10" Type="http://schemas.openxmlformats.org/officeDocument/2006/relationships/slide" Target="slides/slide4.xml"/><Relationship Id="rId21" Type="http://schemas.openxmlformats.org/officeDocument/2006/relationships/slide" Target="slides/slide15.xml"/><Relationship Id="rId13" Type="http://schemas.openxmlformats.org/officeDocument/2006/relationships/slide" Target="slides/slide7.xml"/><Relationship Id="rId12" Type="http://schemas.openxmlformats.org/officeDocument/2006/relationships/slide" Target="slides/slide6.xml"/><Relationship Id="rId23" Type="http://customschemas.google.com/relationships/presentationmetadata" Target="meta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2.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9" name="Google Shape;379;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5" name="Google Shape;38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3" name="Google Shape;393;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1" name="Google Shape;401;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h160691dd5ea774ad_0_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8" name="Google Shape;408;h160691dd5ea774ad_0_1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9" name="Google Shape;409;h160691dd5ea774ad_0_1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7" name="Google Shape;417;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8" name="Google Shape;418;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6" name="Google Shape;426;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h160691dd5ea774ad_0_3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8" name="Google Shape;438;h160691dd5ea774ad_0_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h160691dd5ea774ad_0_4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9" name="Google Shape;449;h160691dd5ea774ad_0_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h160691dd5ea774ad_0_6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0" name="Google Shape;460;h160691dd5ea774ad_0_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h160691dd5ea774ad_0_7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1" name="Google Shape;471;h160691dd5ea774ad_0_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h160691dd5ea774ad_0_8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2" name="Google Shape;482;h160691dd5ea774ad_0_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h160691dd5ea774ad_0_10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3" name="Google Shape;493;h160691dd5ea774ad_0_10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h160691dd5ea774ad_0_69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5" name="Google Shape;505;h160691dd5ea774ad_0_69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h160691dd5ea774ad_0_31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2" name="Google Shape;512;h160691dd5ea774ad_0_3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0" name="Google Shape;520;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Quote">
    <p:spTree>
      <p:nvGrpSpPr>
        <p:cNvPr id="29" name="Shape 29"/>
        <p:cNvGrpSpPr/>
        <p:nvPr/>
      </p:nvGrpSpPr>
      <p:grpSpPr>
        <a:xfrm>
          <a:off x="0" y="0"/>
          <a:ext cx="0" cy="0"/>
          <a:chOff x="0" y="0"/>
          <a:chExt cx="0" cy="0"/>
        </a:xfrm>
      </p:grpSpPr>
      <p:sp>
        <p:nvSpPr>
          <p:cNvPr id="30" name="Google Shape;30;p9"/>
          <p:cNvSpPr txBox="1"/>
          <p:nvPr>
            <p:ph idx="1" type="body"/>
          </p:nvPr>
        </p:nvSpPr>
        <p:spPr>
          <a:xfrm>
            <a:off x="6312871" y="4141999"/>
            <a:ext cx="4220845" cy="861497"/>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600"/>
              <a:buNone/>
              <a:defRPr b="1" sz="2000">
                <a:solidFill>
                  <a:schemeClr val="accent4"/>
                </a:solidFill>
                <a:latin typeface="Trebuchet MS"/>
                <a:ea typeface="Trebuchet MS"/>
                <a:cs typeface="Trebuchet MS"/>
                <a:sym typeface="Trebuchet MS"/>
              </a:defRPr>
            </a:lvl1pPr>
            <a:lvl2pPr indent="-228600" lvl="1" marL="914400" algn="l">
              <a:spcBef>
                <a:spcPts val="1000"/>
              </a:spcBef>
              <a:spcAft>
                <a:spcPts val="0"/>
              </a:spcAft>
              <a:buSzPts val="1600"/>
              <a:buNone/>
              <a:defRPr sz="2000"/>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31" name="Google Shape;31;p9"/>
          <p:cNvSpPr/>
          <p:nvPr/>
        </p:nvSpPr>
        <p:spPr>
          <a:xfrm>
            <a:off x="740309" y="1382809"/>
            <a:ext cx="1229566" cy="1059971"/>
          </a:xfrm>
          <a:prstGeom prst="hexagon">
            <a:avLst>
              <a:gd fmla="val 25000" name="adj"/>
              <a:gd fmla="val 115470" name="vf"/>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rebuchet MS"/>
              <a:ea typeface="Trebuchet MS"/>
              <a:cs typeface="Trebuchet MS"/>
              <a:sym typeface="Trebuchet MS"/>
            </a:endParaRPr>
          </a:p>
        </p:txBody>
      </p:sp>
      <p:sp>
        <p:nvSpPr>
          <p:cNvPr id="32" name="Google Shape;32;p9"/>
          <p:cNvSpPr/>
          <p:nvPr/>
        </p:nvSpPr>
        <p:spPr>
          <a:xfrm>
            <a:off x="3755031" y="1194620"/>
            <a:ext cx="1666162" cy="1436347"/>
          </a:xfrm>
          <a:prstGeom prst="hexagon">
            <a:avLst>
              <a:gd fmla="val 25000" name="adj"/>
              <a:gd fmla="val 115470" name="vf"/>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rebuchet MS"/>
              <a:ea typeface="Trebuchet MS"/>
              <a:cs typeface="Trebuchet MS"/>
              <a:sym typeface="Trebuchet MS"/>
            </a:endParaRPr>
          </a:p>
        </p:txBody>
      </p:sp>
      <p:sp>
        <p:nvSpPr>
          <p:cNvPr id="33" name="Google Shape;33;p9"/>
          <p:cNvSpPr/>
          <p:nvPr/>
        </p:nvSpPr>
        <p:spPr>
          <a:xfrm>
            <a:off x="3804994" y="5233183"/>
            <a:ext cx="718261" cy="619191"/>
          </a:xfrm>
          <a:prstGeom prst="hexagon">
            <a:avLst>
              <a:gd fmla="val 25000" name="adj"/>
              <a:gd fmla="val 115470" name="vf"/>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rebuchet MS"/>
              <a:ea typeface="Trebuchet MS"/>
              <a:cs typeface="Trebuchet MS"/>
              <a:sym typeface="Trebuchet MS"/>
            </a:endParaRPr>
          </a:p>
        </p:txBody>
      </p:sp>
      <p:sp>
        <p:nvSpPr>
          <p:cNvPr id="34" name="Google Shape;34;p9"/>
          <p:cNvSpPr/>
          <p:nvPr/>
        </p:nvSpPr>
        <p:spPr>
          <a:xfrm>
            <a:off x="1837838" y="1101306"/>
            <a:ext cx="651613" cy="561736"/>
          </a:xfrm>
          <a:prstGeom prst="hexagon">
            <a:avLst>
              <a:gd fmla="val 25000" name="adj"/>
              <a:gd fmla="val 115470" name="vf"/>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rebuchet MS"/>
              <a:ea typeface="Trebuchet MS"/>
              <a:cs typeface="Trebuchet MS"/>
              <a:sym typeface="Trebuchet MS"/>
            </a:endParaRPr>
          </a:p>
        </p:txBody>
      </p:sp>
      <p:sp>
        <p:nvSpPr>
          <p:cNvPr id="35" name="Google Shape;35;p9"/>
          <p:cNvSpPr/>
          <p:nvPr>
            <p:ph idx="2" type="pic"/>
          </p:nvPr>
        </p:nvSpPr>
        <p:spPr>
          <a:xfrm>
            <a:off x="1571515" y="1914044"/>
            <a:ext cx="3993624" cy="3617848"/>
          </a:xfrm>
          <a:prstGeom prst="rect">
            <a:avLst/>
          </a:prstGeom>
          <a:noFill/>
          <a:ln>
            <a:noFill/>
          </a:ln>
        </p:spPr>
      </p:sp>
      <p:sp>
        <p:nvSpPr>
          <p:cNvPr id="36" name="Google Shape;36;p9"/>
          <p:cNvSpPr txBox="1"/>
          <p:nvPr>
            <p:ph type="title"/>
          </p:nvPr>
        </p:nvSpPr>
        <p:spPr>
          <a:xfrm>
            <a:off x="6312871" y="2050552"/>
            <a:ext cx="4998720" cy="1748983"/>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2800"/>
              <a:buFont typeface="Trebuchet MS"/>
              <a:buNone/>
              <a:defRPr sz="2800">
                <a:solidFill>
                  <a:schemeClr val="dk1"/>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extLst>
    <p:ext uri="{DCECCB84-F9BA-43D5-87BE-67443E8EF086}">
      <p15:sldGuideLst>
        <p15:guide id="1" orient="horz" pos="1272">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37" name="Shape 37"/>
        <p:cNvGrpSpPr/>
        <p:nvPr/>
      </p:nvGrpSpPr>
      <p:grpSpPr>
        <a:xfrm>
          <a:off x="0" y="0"/>
          <a:ext cx="0" cy="0"/>
          <a:chOff x="0" y="0"/>
          <a:chExt cx="0" cy="0"/>
        </a:xfrm>
      </p:grpSpPr>
      <p:sp>
        <p:nvSpPr>
          <p:cNvPr id="38" name="Google Shape;38;p10"/>
          <p:cNvSpPr txBox="1"/>
          <p:nvPr>
            <p:ph idx="1" type="body"/>
          </p:nvPr>
        </p:nvSpPr>
        <p:spPr>
          <a:xfrm>
            <a:off x="660400" y="2044700"/>
            <a:ext cx="4275138" cy="3560763"/>
          </a:xfrm>
          <a:prstGeom prst="rect">
            <a:avLst/>
          </a:prstGeom>
          <a:noFill/>
          <a:ln>
            <a:noFill/>
          </a:ln>
        </p:spPr>
        <p:txBody>
          <a:bodyPr anchorCtr="0" anchor="t" bIns="45700" lIns="91425" spcFirstLastPara="1" rIns="91425" wrap="square" tIns="45700">
            <a:normAutofit/>
          </a:bodyPr>
          <a:lstStyle>
            <a:lvl1pPr indent="-330200" lvl="0" marL="457200" algn="l">
              <a:spcBef>
                <a:spcPts val="1000"/>
              </a:spcBef>
              <a:spcAft>
                <a:spcPts val="0"/>
              </a:spcAft>
              <a:buClr>
                <a:schemeClr val="accent4"/>
              </a:buClr>
              <a:buSzPts val="1600"/>
              <a:buFont typeface="Noto Sans Symbols"/>
              <a:buChar char="▪"/>
              <a:defRPr sz="2000"/>
            </a:lvl1pPr>
            <a:lvl2pPr indent="-320040" lvl="1" marL="914400" algn="l">
              <a:spcBef>
                <a:spcPts val="1000"/>
              </a:spcBef>
              <a:spcAft>
                <a:spcPts val="0"/>
              </a:spcAft>
              <a:buClr>
                <a:schemeClr val="accent4"/>
              </a:buClr>
              <a:buSzPts val="1440"/>
              <a:buFont typeface="Noto Sans Symbols"/>
              <a:buChar char="▪"/>
              <a:defRPr sz="1800"/>
            </a:lvl2pPr>
            <a:lvl3pPr indent="-309880" lvl="2" marL="1371600" algn="l">
              <a:spcBef>
                <a:spcPts val="1000"/>
              </a:spcBef>
              <a:spcAft>
                <a:spcPts val="0"/>
              </a:spcAft>
              <a:buClr>
                <a:schemeClr val="accent4"/>
              </a:buClr>
              <a:buSzPts val="1280"/>
              <a:buFont typeface="Noto Sans Symbols"/>
              <a:buChar char="▪"/>
              <a:defRPr sz="1600"/>
            </a:lvl3pPr>
            <a:lvl4pPr indent="-309880" lvl="3" marL="1828800" algn="l">
              <a:spcBef>
                <a:spcPts val="1000"/>
              </a:spcBef>
              <a:spcAft>
                <a:spcPts val="0"/>
              </a:spcAft>
              <a:buClr>
                <a:schemeClr val="accent4"/>
              </a:buClr>
              <a:buSzPts val="1280"/>
              <a:buFont typeface="Noto Sans Symbols"/>
              <a:buChar char="▪"/>
              <a:defRPr sz="1600"/>
            </a:lvl4pPr>
            <a:lvl5pPr indent="-309880" lvl="4" marL="2286000" algn="l">
              <a:spcBef>
                <a:spcPts val="1000"/>
              </a:spcBef>
              <a:spcAft>
                <a:spcPts val="0"/>
              </a:spcAft>
              <a:buClr>
                <a:schemeClr val="accent4"/>
              </a:buClr>
              <a:buSzPts val="1280"/>
              <a:buFont typeface="Noto Sans Symbols"/>
              <a:buChar char="▪"/>
              <a:defRPr sz="1600"/>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39" name="Google Shape;39;p10"/>
          <p:cNvSpPr/>
          <p:nvPr/>
        </p:nvSpPr>
        <p:spPr>
          <a:xfrm>
            <a:off x="9354457" y="5363987"/>
            <a:ext cx="457200" cy="457200"/>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rebuchet MS"/>
              <a:ea typeface="Trebuchet MS"/>
              <a:cs typeface="Trebuchet MS"/>
              <a:sym typeface="Trebuchet MS"/>
            </a:endParaRPr>
          </a:p>
        </p:txBody>
      </p:sp>
      <p:sp>
        <p:nvSpPr>
          <p:cNvPr id="40" name="Google Shape;40;p10"/>
          <p:cNvSpPr/>
          <p:nvPr/>
        </p:nvSpPr>
        <p:spPr>
          <a:xfrm>
            <a:off x="6692791" y="1699889"/>
            <a:ext cx="319749" cy="319749"/>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rebuchet MS"/>
              <a:ea typeface="Trebuchet MS"/>
              <a:cs typeface="Trebuchet MS"/>
              <a:sym typeface="Trebuchet MS"/>
            </a:endParaRPr>
          </a:p>
        </p:txBody>
      </p:sp>
      <p:sp>
        <p:nvSpPr>
          <p:cNvPr id="41" name="Google Shape;41;p10"/>
          <p:cNvSpPr/>
          <p:nvPr/>
        </p:nvSpPr>
        <p:spPr>
          <a:xfrm>
            <a:off x="9354457" y="5897738"/>
            <a:ext cx="179977" cy="179977"/>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rebuchet MS"/>
              <a:ea typeface="Trebuchet MS"/>
              <a:cs typeface="Trebuchet MS"/>
              <a:sym typeface="Trebuchet MS"/>
            </a:endParaRPr>
          </a:p>
        </p:txBody>
      </p:sp>
      <p:sp>
        <p:nvSpPr>
          <p:cNvPr id="42" name="Google Shape;42;p10"/>
          <p:cNvSpPr/>
          <p:nvPr>
            <p:ph idx="2" type="pic"/>
          </p:nvPr>
        </p:nvSpPr>
        <p:spPr>
          <a:xfrm>
            <a:off x="7090227" y="786181"/>
            <a:ext cx="4441372" cy="5393036"/>
          </a:xfrm>
          <a:prstGeom prst="rect">
            <a:avLst/>
          </a:prstGeom>
          <a:noFill/>
          <a:ln>
            <a:noFill/>
          </a:ln>
        </p:spPr>
      </p:sp>
      <p:sp>
        <p:nvSpPr>
          <p:cNvPr id="43" name="Google Shape;43;p10"/>
          <p:cNvSpPr txBox="1"/>
          <p:nvPr>
            <p:ph type="title"/>
          </p:nvPr>
        </p:nvSpPr>
        <p:spPr>
          <a:xfrm>
            <a:off x="660400" y="805213"/>
            <a:ext cx="4275138" cy="830997"/>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800"/>
              <a:buFont typeface="Trebuchet MS"/>
              <a:buNone/>
              <a:defRPr b="1" sz="4800">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extLst>
    <p:ext uri="{DCECCB84-F9BA-43D5-87BE-67443E8EF086}">
      <p15:sldGuideLst>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roduction">
  <p:cSld name="Introduction">
    <p:spTree>
      <p:nvGrpSpPr>
        <p:cNvPr id="44" name="Shape 44"/>
        <p:cNvGrpSpPr/>
        <p:nvPr/>
      </p:nvGrpSpPr>
      <p:grpSpPr>
        <a:xfrm>
          <a:off x="0" y="0"/>
          <a:ext cx="0" cy="0"/>
          <a:chOff x="0" y="0"/>
          <a:chExt cx="0" cy="0"/>
        </a:xfrm>
      </p:grpSpPr>
      <p:sp>
        <p:nvSpPr>
          <p:cNvPr id="45" name="Google Shape;45;p11"/>
          <p:cNvSpPr/>
          <p:nvPr/>
        </p:nvSpPr>
        <p:spPr>
          <a:xfrm>
            <a:off x="7362825" y="443263"/>
            <a:ext cx="361950" cy="361950"/>
          </a:xfrm>
          <a:prstGeom prst="ellipse">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accent5"/>
              </a:solidFill>
              <a:latin typeface="Trebuchet MS"/>
              <a:ea typeface="Trebuchet MS"/>
              <a:cs typeface="Trebuchet MS"/>
              <a:sym typeface="Trebuchet MS"/>
            </a:endParaRPr>
          </a:p>
        </p:txBody>
      </p:sp>
      <p:sp>
        <p:nvSpPr>
          <p:cNvPr id="46" name="Google Shape;46;p11"/>
          <p:cNvSpPr/>
          <p:nvPr/>
        </p:nvSpPr>
        <p:spPr>
          <a:xfrm>
            <a:off x="11007246" y="5605994"/>
            <a:ext cx="654227" cy="654227"/>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accent5"/>
              </a:solidFill>
              <a:latin typeface="Trebuchet MS"/>
              <a:ea typeface="Trebuchet MS"/>
              <a:cs typeface="Trebuchet MS"/>
              <a:sym typeface="Trebuchet MS"/>
            </a:endParaRPr>
          </a:p>
        </p:txBody>
      </p:sp>
      <p:sp>
        <p:nvSpPr>
          <p:cNvPr id="47" name="Google Shape;47;p11"/>
          <p:cNvSpPr/>
          <p:nvPr/>
        </p:nvSpPr>
        <p:spPr>
          <a:xfrm>
            <a:off x="10683791" y="6132439"/>
            <a:ext cx="251152" cy="251152"/>
          </a:xfrm>
          <a:prstGeom prst="ellipse">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accent5"/>
              </a:solidFill>
              <a:latin typeface="Trebuchet MS"/>
              <a:ea typeface="Trebuchet MS"/>
              <a:cs typeface="Trebuchet MS"/>
              <a:sym typeface="Trebuchet MS"/>
            </a:endParaRPr>
          </a:p>
        </p:txBody>
      </p:sp>
      <p:sp>
        <p:nvSpPr>
          <p:cNvPr id="48" name="Google Shape;48;p11"/>
          <p:cNvSpPr/>
          <p:nvPr>
            <p:ph idx="2" type="pic"/>
          </p:nvPr>
        </p:nvSpPr>
        <p:spPr>
          <a:xfrm>
            <a:off x="5733416" y="624239"/>
            <a:ext cx="5855754" cy="5631571"/>
          </a:xfrm>
          <a:prstGeom prst="rect">
            <a:avLst/>
          </a:prstGeom>
          <a:noFill/>
          <a:ln>
            <a:noFill/>
          </a:ln>
        </p:spPr>
      </p:sp>
      <p:sp>
        <p:nvSpPr>
          <p:cNvPr id="49" name="Google Shape;49;p11"/>
          <p:cNvSpPr txBox="1"/>
          <p:nvPr>
            <p:ph idx="1" type="body"/>
          </p:nvPr>
        </p:nvSpPr>
        <p:spPr>
          <a:xfrm>
            <a:off x="660400" y="2044700"/>
            <a:ext cx="4275138" cy="3560763"/>
          </a:xfrm>
          <a:prstGeom prst="rect">
            <a:avLst/>
          </a:prstGeom>
          <a:noFill/>
          <a:ln>
            <a:noFill/>
          </a:ln>
        </p:spPr>
        <p:txBody>
          <a:bodyPr anchorCtr="0" anchor="t" bIns="45700" lIns="91425" spcFirstLastPara="1" rIns="91425" wrap="square" tIns="45700">
            <a:normAutofit/>
          </a:bodyPr>
          <a:lstStyle>
            <a:lvl1pPr indent="-330200" lvl="0" marL="457200" algn="l">
              <a:lnSpc>
                <a:spcPct val="150000"/>
              </a:lnSpc>
              <a:spcBef>
                <a:spcPts val="1000"/>
              </a:spcBef>
              <a:spcAft>
                <a:spcPts val="0"/>
              </a:spcAft>
              <a:buClr>
                <a:schemeClr val="accent4"/>
              </a:buClr>
              <a:buSzPts val="1600"/>
              <a:buFont typeface="Noto Sans Symbols"/>
              <a:buChar char="▪"/>
              <a:defRPr sz="2000"/>
            </a:lvl1pPr>
            <a:lvl2pPr indent="-330200" lvl="1" marL="914400" algn="l">
              <a:spcBef>
                <a:spcPts val="1000"/>
              </a:spcBef>
              <a:spcAft>
                <a:spcPts val="0"/>
              </a:spcAft>
              <a:buClr>
                <a:schemeClr val="accent4"/>
              </a:buClr>
              <a:buSzPts val="1600"/>
              <a:buFont typeface="Noto Sans Symbols"/>
              <a:buChar char="▪"/>
              <a:defRPr sz="2000"/>
            </a:lvl2pPr>
            <a:lvl3pPr indent="-320040" lvl="2" marL="1371600" algn="l">
              <a:spcBef>
                <a:spcPts val="1000"/>
              </a:spcBef>
              <a:spcAft>
                <a:spcPts val="0"/>
              </a:spcAft>
              <a:buClr>
                <a:schemeClr val="accent4"/>
              </a:buClr>
              <a:buSzPts val="1440"/>
              <a:buFont typeface="Noto Sans Symbols"/>
              <a:buChar char="▪"/>
              <a:defRPr sz="1800"/>
            </a:lvl3pPr>
            <a:lvl4pPr indent="-320040" lvl="3" marL="1828800" algn="l">
              <a:spcBef>
                <a:spcPts val="1000"/>
              </a:spcBef>
              <a:spcAft>
                <a:spcPts val="0"/>
              </a:spcAft>
              <a:buClr>
                <a:schemeClr val="accent4"/>
              </a:buClr>
              <a:buSzPts val="1440"/>
              <a:buFont typeface="Noto Sans Symbols"/>
              <a:buChar char="▪"/>
              <a:defRPr sz="1800"/>
            </a:lvl4pPr>
            <a:lvl5pPr indent="-320040" lvl="4" marL="2286000" algn="l">
              <a:spcBef>
                <a:spcPts val="1000"/>
              </a:spcBef>
              <a:spcAft>
                <a:spcPts val="0"/>
              </a:spcAft>
              <a:buClr>
                <a:schemeClr val="accent4"/>
              </a:buClr>
              <a:buSzPts val="1440"/>
              <a:buFont typeface="Noto Sans Symbols"/>
              <a:buChar char="▪"/>
              <a:defRPr sz="1800"/>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50" name="Google Shape;50;p11"/>
          <p:cNvSpPr txBox="1"/>
          <p:nvPr>
            <p:ph type="title"/>
          </p:nvPr>
        </p:nvSpPr>
        <p:spPr>
          <a:xfrm>
            <a:off x="660400" y="805213"/>
            <a:ext cx="4275138" cy="830997"/>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800"/>
              <a:buFont typeface="Trebuchet MS"/>
              <a:buNone/>
              <a:defRPr b="1" sz="4800">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extLst>
    <p:ext uri="{DCECCB84-F9BA-43D5-87BE-67443E8EF086}">
      <p15:sldGuideLst>
        <p15:guide id="1" orient="horz" pos="216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p:cSld name="Team">
    <p:spTree>
      <p:nvGrpSpPr>
        <p:cNvPr id="51" name="Shape 51"/>
        <p:cNvGrpSpPr/>
        <p:nvPr/>
      </p:nvGrpSpPr>
      <p:grpSpPr>
        <a:xfrm>
          <a:off x="0" y="0"/>
          <a:ext cx="0" cy="0"/>
          <a:chOff x="0" y="0"/>
          <a:chExt cx="0" cy="0"/>
        </a:xfrm>
      </p:grpSpPr>
      <p:sp>
        <p:nvSpPr>
          <p:cNvPr id="52" name="Google Shape;52;p12"/>
          <p:cNvSpPr/>
          <p:nvPr>
            <p:ph idx="2" type="pic"/>
          </p:nvPr>
        </p:nvSpPr>
        <p:spPr>
          <a:xfrm>
            <a:off x="5353508" y="2555551"/>
            <a:ext cx="1484985" cy="1280160"/>
          </a:xfrm>
          <a:prstGeom prst="rect">
            <a:avLst/>
          </a:prstGeom>
          <a:noFill/>
          <a:ln>
            <a:noFill/>
          </a:ln>
        </p:spPr>
      </p:sp>
      <p:sp>
        <p:nvSpPr>
          <p:cNvPr id="53" name="Google Shape;53;p12"/>
          <p:cNvSpPr/>
          <p:nvPr>
            <p:ph idx="3" type="pic"/>
          </p:nvPr>
        </p:nvSpPr>
        <p:spPr>
          <a:xfrm>
            <a:off x="3115921" y="2555551"/>
            <a:ext cx="1484985" cy="1280160"/>
          </a:xfrm>
          <a:prstGeom prst="rect">
            <a:avLst/>
          </a:prstGeom>
          <a:noFill/>
          <a:ln>
            <a:noFill/>
          </a:ln>
        </p:spPr>
      </p:sp>
      <p:sp>
        <p:nvSpPr>
          <p:cNvPr id="54" name="Google Shape;54;p12"/>
          <p:cNvSpPr/>
          <p:nvPr>
            <p:ph idx="4" type="pic"/>
          </p:nvPr>
        </p:nvSpPr>
        <p:spPr>
          <a:xfrm>
            <a:off x="7602465" y="2555551"/>
            <a:ext cx="1484985" cy="1280160"/>
          </a:xfrm>
          <a:prstGeom prst="rect">
            <a:avLst/>
          </a:prstGeom>
          <a:noFill/>
          <a:ln>
            <a:noFill/>
          </a:ln>
        </p:spPr>
      </p:sp>
      <p:sp>
        <p:nvSpPr>
          <p:cNvPr id="55" name="Google Shape;55;p12"/>
          <p:cNvSpPr/>
          <p:nvPr>
            <p:ph idx="5" type="pic"/>
          </p:nvPr>
        </p:nvSpPr>
        <p:spPr>
          <a:xfrm>
            <a:off x="9840051" y="2555551"/>
            <a:ext cx="1484985" cy="1280160"/>
          </a:xfrm>
          <a:prstGeom prst="rect">
            <a:avLst/>
          </a:prstGeom>
          <a:noFill/>
          <a:ln>
            <a:noFill/>
          </a:ln>
        </p:spPr>
      </p:sp>
      <p:sp>
        <p:nvSpPr>
          <p:cNvPr id="56" name="Google Shape;56;p12"/>
          <p:cNvSpPr txBox="1"/>
          <p:nvPr>
            <p:ph type="title"/>
          </p:nvPr>
        </p:nvSpPr>
        <p:spPr>
          <a:xfrm>
            <a:off x="432000" y="647700"/>
            <a:ext cx="11340000" cy="700114"/>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12"/>
          <p:cNvSpPr/>
          <p:nvPr/>
        </p:nvSpPr>
        <p:spPr>
          <a:xfrm>
            <a:off x="546669" y="3467555"/>
            <a:ext cx="458268" cy="395059"/>
          </a:xfrm>
          <a:prstGeom prst="hexagon">
            <a:avLst>
              <a:gd fmla="val 25000" name="adj"/>
              <a:gd fmla="val 115470" name="vf"/>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rebuchet MS"/>
              <a:ea typeface="Trebuchet MS"/>
              <a:cs typeface="Trebuchet MS"/>
              <a:sym typeface="Trebuchet MS"/>
            </a:endParaRPr>
          </a:p>
        </p:txBody>
      </p:sp>
      <p:sp>
        <p:nvSpPr>
          <p:cNvPr id="58" name="Google Shape;58;p12"/>
          <p:cNvSpPr/>
          <p:nvPr/>
        </p:nvSpPr>
        <p:spPr>
          <a:xfrm>
            <a:off x="11113337" y="2394722"/>
            <a:ext cx="358391" cy="308958"/>
          </a:xfrm>
          <a:prstGeom prst="hexagon">
            <a:avLst>
              <a:gd fmla="val 25000" name="adj"/>
              <a:gd fmla="val 115470" name="vf"/>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rebuchet MS"/>
              <a:ea typeface="Trebuchet MS"/>
              <a:cs typeface="Trebuchet MS"/>
              <a:sym typeface="Trebuchet MS"/>
            </a:endParaRPr>
          </a:p>
        </p:txBody>
      </p:sp>
      <p:sp>
        <p:nvSpPr>
          <p:cNvPr id="59" name="Google Shape;59;p12"/>
          <p:cNvSpPr/>
          <p:nvPr/>
        </p:nvSpPr>
        <p:spPr>
          <a:xfrm>
            <a:off x="10882649" y="2202202"/>
            <a:ext cx="230688" cy="198869"/>
          </a:xfrm>
          <a:prstGeom prst="hexagon">
            <a:avLst>
              <a:gd fmla="val 25000" name="adj"/>
              <a:gd fmla="val 115470" name="vf"/>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rebuchet MS"/>
              <a:ea typeface="Trebuchet MS"/>
              <a:cs typeface="Trebuchet MS"/>
              <a:sym typeface="Trebuchet MS"/>
            </a:endParaRPr>
          </a:p>
        </p:txBody>
      </p:sp>
      <p:sp>
        <p:nvSpPr>
          <p:cNvPr id="60" name="Google Shape;60;p12"/>
          <p:cNvSpPr txBox="1"/>
          <p:nvPr>
            <p:ph idx="1" type="body"/>
          </p:nvPr>
        </p:nvSpPr>
        <p:spPr>
          <a:xfrm>
            <a:off x="546668" y="4172761"/>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600"/>
              <a:buNone/>
              <a:defRPr b="1" sz="2000">
                <a:solidFill>
                  <a:schemeClr val="accent4"/>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1" name="Google Shape;61;p12"/>
          <p:cNvSpPr txBox="1"/>
          <p:nvPr>
            <p:ph idx="6" type="body"/>
          </p:nvPr>
        </p:nvSpPr>
        <p:spPr>
          <a:xfrm>
            <a:off x="556692" y="4588259"/>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280"/>
              <a:buNone/>
              <a:defRPr sz="1600">
                <a:solidFill>
                  <a:schemeClr val="dk1"/>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2" name="Google Shape;62;p12"/>
          <p:cNvSpPr txBox="1"/>
          <p:nvPr>
            <p:ph idx="7" type="body"/>
          </p:nvPr>
        </p:nvSpPr>
        <p:spPr>
          <a:xfrm>
            <a:off x="2789482" y="4172761"/>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600"/>
              <a:buNone/>
              <a:defRPr b="1" sz="2000">
                <a:solidFill>
                  <a:schemeClr val="accent4"/>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3" name="Google Shape;63;p12"/>
          <p:cNvSpPr txBox="1"/>
          <p:nvPr>
            <p:ph idx="8" type="body"/>
          </p:nvPr>
        </p:nvSpPr>
        <p:spPr>
          <a:xfrm>
            <a:off x="2789483" y="4588259"/>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280"/>
              <a:buNone/>
              <a:defRPr sz="1600">
                <a:solidFill>
                  <a:schemeClr val="dk1"/>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4" name="Google Shape;64;p12"/>
          <p:cNvSpPr txBox="1"/>
          <p:nvPr>
            <p:ph idx="9" type="body"/>
          </p:nvPr>
        </p:nvSpPr>
        <p:spPr>
          <a:xfrm>
            <a:off x="5032296" y="4172761"/>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600"/>
              <a:buNone/>
              <a:defRPr b="1" sz="2000">
                <a:solidFill>
                  <a:schemeClr val="accent4"/>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5" name="Google Shape;65;p12"/>
          <p:cNvSpPr txBox="1"/>
          <p:nvPr>
            <p:ph idx="13" type="body"/>
          </p:nvPr>
        </p:nvSpPr>
        <p:spPr>
          <a:xfrm>
            <a:off x="5029201" y="4588259"/>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280"/>
              <a:buNone/>
              <a:defRPr sz="1600">
                <a:solidFill>
                  <a:schemeClr val="dk1"/>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6" name="Google Shape;66;p12"/>
          <p:cNvSpPr txBox="1"/>
          <p:nvPr>
            <p:ph idx="14" type="body"/>
          </p:nvPr>
        </p:nvSpPr>
        <p:spPr>
          <a:xfrm>
            <a:off x="7275110" y="4172761"/>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600"/>
              <a:buNone/>
              <a:defRPr b="1" sz="2000">
                <a:solidFill>
                  <a:schemeClr val="accent4"/>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7" name="Google Shape;67;p12"/>
          <p:cNvSpPr txBox="1"/>
          <p:nvPr>
            <p:ph idx="15" type="body"/>
          </p:nvPr>
        </p:nvSpPr>
        <p:spPr>
          <a:xfrm>
            <a:off x="7275111" y="4588259"/>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280"/>
              <a:buNone/>
              <a:defRPr sz="1600">
                <a:solidFill>
                  <a:schemeClr val="dk1"/>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8" name="Google Shape;68;p12"/>
          <p:cNvSpPr txBox="1"/>
          <p:nvPr>
            <p:ph idx="16" type="body"/>
          </p:nvPr>
        </p:nvSpPr>
        <p:spPr>
          <a:xfrm>
            <a:off x="9517923" y="4172761"/>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600"/>
              <a:buNone/>
              <a:defRPr b="1" sz="2000">
                <a:solidFill>
                  <a:schemeClr val="accent4"/>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9" name="Google Shape;69;p12"/>
          <p:cNvSpPr txBox="1"/>
          <p:nvPr>
            <p:ph idx="17" type="body"/>
          </p:nvPr>
        </p:nvSpPr>
        <p:spPr>
          <a:xfrm>
            <a:off x="9517923" y="4588259"/>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280"/>
              <a:buNone/>
              <a:defRPr sz="1600">
                <a:solidFill>
                  <a:schemeClr val="dk1"/>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70" name="Google Shape;70;p12"/>
          <p:cNvSpPr/>
          <p:nvPr>
            <p:ph idx="18" type="pic"/>
          </p:nvPr>
        </p:nvSpPr>
        <p:spPr>
          <a:xfrm>
            <a:off x="878337" y="2555551"/>
            <a:ext cx="1484985" cy="1280160"/>
          </a:xfrm>
          <a:prstGeom prst="rect">
            <a:avLst/>
          </a:prstGeom>
          <a:noFill/>
          <a:ln>
            <a:noFill/>
          </a:ln>
        </p:spPr>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71" name="Shape 71"/>
        <p:cNvGrpSpPr/>
        <p:nvPr/>
      </p:nvGrpSpPr>
      <p:grpSpPr>
        <a:xfrm>
          <a:off x="0" y="0"/>
          <a:ext cx="0" cy="0"/>
          <a:chOff x="0" y="0"/>
          <a:chExt cx="0" cy="0"/>
        </a:xfrm>
      </p:grpSpPr>
      <p:grpSp>
        <p:nvGrpSpPr>
          <p:cNvPr id="72" name="Google Shape;72;p13"/>
          <p:cNvGrpSpPr/>
          <p:nvPr/>
        </p:nvGrpSpPr>
        <p:grpSpPr>
          <a:xfrm>
            <a:off x="0" y="-8467"/>
            <a:ext cx="12192000" cy="6866467"/>
            <a:chOff x="0" y="-8467"/>
            <a:chExt cx="12192000" cy="6866467"/>
          </a:xfrm>
        </p:grpSpPr>
        <p:sp>
          <p:nvSpPr>
            <p:cNvPr id="73" name="Google Shape;73;p13"/>
            <p:cNvSpPr/>
            <p:nvPr/>
          </p:nvSpPr>
          <p:spPr>
            <a:xfrm>
              <a:off x="0" y="-7862"/>
              <a:ext cx="863600" cy="5698067"/>
            </a:xfrm>
            <a:custGeom>
              <a:rect b="b" l="l" r="r" t="t"/>
              <a:pathLst>
                <a:path extrusionOk="0" h="5698067" w="863600">
                  <a:moveTo>
                    <a:pt x="0" y="8467"/>
                  </a:moveTo>
                  <a:lnTo>
                    <a:pt x="863600" y="0"/>
                  </a:lnTo>
                  <a:lnTo>
                    <a:pt x="863600" y="16934"/>
                  </a:lnTo>
                  <a:lnTo>
                    <a:pt x="0" y="5698067"/>
                  </a:lnTo>
                  <a:lnTo>
                    <a:pt x="0" y="8467"/>
                  </a:lnTo>
                  <a:close/>
                </a:path>
              </a:pathLst>
            </a:custGeom>
            <a:solidFill>
              <a:schemeClr val="accent1">
                <a:alpha val="70196"/>
              </a:schemeClr>
            </a:solidFill>
            <a:ln>
              <a:noFill/>
            </a:ln>
          </p:spPr>
        </p:sp>
        <p:cxnSp>
          <p:nvCxnSpPr>
            <p:cNvPr id="74" name="Google Shape;74;p13"/>
            <p:cNvCxnSpPr/>
            <p:nvPr/>
          </p:nvCxnSpPr>
          <p:spPr>
            <a:xfrm>
              <a:off x="9371012" y="0"/>
              <a:ext cx="1219200" cy="6858000"/>
            </a:xfrm>
            <a:prstGeom prst="straightConnector1">
              <a:avLst/>
            </a:prstGeom>
            <a:noFill/>
            <a:ln cap="flat" cmpd="sng" w="9525">
              <a:solidFill>
                <a:schemeClr val="accent1">
                  <a:alpha val="70196"/>
                </a:schemeClr>
              </a:solidFill>
              <a:prstDash val="solid"/>
              <a:round/>
              <a:headEnd len="sm" w="sm" type="none"/>
              <a:tailEnd len="sm" w="sm" type="none"/>
            </a:ln>
          </p:spPr>
        </p:cxnSp>
        <p:cxnSp>
          <p:nvCxnSpPr>
            <p:cNvPr id="75" name="Google Shape;75;p13"/>
            <p:cNvCxnSpPr/>
            <p:nvPr/>
          </p:nvCxnSpPr>
          <p:spPr>
            <a:xfrm flipH="1">
              <a:off x="7425267" y="3681413"/>
              <a:ext cx="4763558" cy="3176587"/>
            </a:xfrm>
            <a:prstGeom prst="straightConnector1">
              <a:avLst/>
            </a:prstGeom>
            <a:noFill/>
            <a:ln cap="flat" cmpd="sng" w="9525">
              <a:solidFill>
                <a:schemeClr val="accent1">
                  <a:alpha val="70196"/>
                </a:schemeClr>
              </a:solidFill>
              <a:prstDash val="solid"/>
              <a:round/>
              <a:headEnd len="sm" w="sm" type="none"/>
              <a:tailEnd len="sm" w="sm" type="none"/>
            </a:ln>
          </p:spPr>
        </p:cxnSp>
        <p:sp>
          <p:nvSpPr>
            <p:cNvPr id="76" name="Google Shape;76;p13"/>
            <p:cNvSpPr/>
            <p:nvPr/>
          </p:nvSpPr>
          <p:spPr>
            <a:xfrm>
              <a:off x="9181476" y="-8467"/>
              <a:ext cx="3007349" cy="6866467"/>
            </a:xfrm>
            <a:custGeom>
              <a:rect b="b" l="l" r="r" t="t"/>
              <a:pathLst>
                <a:path extrusionOk="0" h="6866467" w="3007349">
                  <a:moveTo>
                    <a:pt x="2045532" y="0"/>
                  </a:moveTo>
                  <a:lnTo>
                    <a:pt x="3007349" y="0"/>
                  </a:lnTo>
                  <a:lnTo>
                    <a:pt x="3007349" y="6866467"/>
                  </a:lnTo>
                  <a:lnTo>
                    <a:pt x="0" y="6866467"/>
                  </a:lnTo>
                  <a:lnTo>
                    <a:pt x="2045532" y="0"/>
                  </a:lnTo>
                  <a:close/>
                </a:path>
              </a:pathLst>
            </a:custGeom>
            <a:solidFill>
              <a:schemeClr val="accent1">
                <a:alpha val="36078"/>
              </a:schemeClr>
            </a:solidFill>
            <a:ln>
              <a:noFill/>
            </a:ln>
          </p:spPr>
        </p:sp>
        <p:sp>
          <p:nvSpPr>
            <p:cNvPr id="77" name="Google Shape;77;p13"/>
            <p:cNvSpPr/>
            <p:nvPr/>
          </p:nvSpPr>
          <p:spPr>
            <a:xfrm>
              <a:off x="9603442" y="-8467"/>
              <a:ext cx="2588558" cy="6866467"/>
            </a:xfrm>
            <a:custGeom>
              <a:rect b="b" l="l" r="r" t="t"/>
              <a:pathLst>
                <a:path extrusionOk="0" h="6866467" w="2573311">
                  <a:moveTo>
                    <a:pt x="0" y="0"/>
                  </a:moveTo>
                  <a:lnTo>
                    <a:pt x="2573311" y="0"/>
                  </a:lnTo>
                  <a:lnTo>
                    <a:pt x="2573311" y="6866467"/>
                  </a:lnTo>
                  <a:lnTo>
                    <a:pt x="1202336" y="6866467"/>
                  </a:lnTo>
                  <a:lnTo>
                    <a:pt x="0" y="0"/>
                  </a:lnTo>
                  <a:close/>
                </a:path>
              </a:pathLst>
            </a:custGeom>
            <a:solidFill>
              <a:schemeClr val="accent1">
                <a:alpha val="20000"/>
              </a:schemeClr>
            </a:solidFill>
            <a:ln>
              <a:noFill/>
            </a:ln>
          </p:spPr>
        </p:sp>
        <p:sp>
          <p:nvSpPr>
            <p:cNvPr id="78" name="Google Shape;78;p13"/>
            <p:cNvSpPr/>
            <p:nvPr/>
          </p:nvSpPr>
          <p:spPr>
            <a:xfrm>
              <a:off x="8932333" y="3048000"/>
              <a:ext cx="3259667" cy="3810000"/>
            </a:xfrm>
            <a:prstGeom prst="triangle">
              <a:avLst>
                <a:gd fmla="val 100000" name="adj"/>
              </a:avLst>
            </a:prstGeom>
            <a:solidFill>
              <a:srgbClr val="16B0E3">
                <a:alpha val="6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13"/>
            <p:cNvSpPr/>
            <p:nvPr/>
          </p:nvSpPr>
          <p:spPr>
            <a:xfrm>
              <a:off x="9334500" y="-8467"/>
              <a:ext cx="2854326" cy="6866467"/>
            </a:xfrm>
            <a:custGeom>
              <a:rect b="b" l="l" r="r" t="t"/>
              <a:pathLst>
                <a:path extrusionOk="0" h="6866467" w="2858013">
                  <a:moveTo>
                    <a:pt x="0" y="0"/>
                  </a:moveTo>
                  <a:lnTo>
                    <a:pt x="2858013" y="0"/>
                  </a:lnTo>
                  <a:lnTo>
                    <a:pt x="2858013" y="6866467"/>
                  </a:lnTo>
                  <a:lnTo>
                    <a:pt x="2473942" y="6866467"/>
                  </a:lnTo>
                  <a:lnTo>
                    <a:pt x="0" y="0"/>
                  </a:lnTo>
                  <a:close/>
                </a:path>
              </a:pathLst>
            </a:custGeom>
            <a:solidFill>
              <a:srgbClr val="16B0E3">
                <a:alpha val="50196"/>
              </a:srgbClr>
            </a:solidFill>
            <a:ln>
              <a:noFill/>
            </a:ln>
          </p:spPr>
        </p:sp>
        <p:sp>
          <p:nvSpPr>
            <p:cNvPr id="80" name="Google Shape;80;p13"/>
            <p:cNvSpPr/>
            <p:nvPr/>
          </p:nvSpPr>
          <p:spPr>
            <a:xfrm>
              <a:off x="10898730" y="-8467"/>
              <a:ext cx="1290094" cy="6866467"/>
            </a:xfrm>
            <a:custGeom>
              <a:rect b="b" l="l" r="r" t="t"/>
              <a:pathLst>
                <a:path extrusionOk="0" h="6858000" w="1290094">
                  <a:moveTo>
                    <a:pt x="1019735" y="0"/>
                  </a:moveTo>
                  <a:lnTo>
                    <a:pt x="1290094" y="0"/>
                  </a:lnTo>
                  <a:lnTo>
                    <a:pt x="1290094" y="6858000"/>
                  </a:lnTo>
                  <a:lnTo>
                    <a:pt x="0" y="6858000"/>
                  </a:lnTo>
                  <a:lnTo>
                    <a:pt x="1019735" y="0"/>
                  </a:lnTo>
                  <a:close/>
                </a:path>
              </a:pathLst>
            </a:custGeom>
            <a:solidFill>
              <a:schemeClr val="accent2">
                <a:alpha val="70196"/>
              </a:schemeClr>
            </a:solidFill>
            <a:ln>
              <a:noFill/>
            </a:ln>
          </p:spPr>
        </p:sp>
        <p:sp>
          <p:nvSpPr>
            <p:cNvPr id="81" name="Google Shape;81;p13"/>
            <p:cNvSpPr/>
            <p:nvPr/>
          </p:nvSpPr>
          <p:spPr>
            <a:xfrm>
              <a:off x="10938999" y="-8467"/>
              <a:ext cx="1249825" cy="6866467"/>
            </a:xfrm>
            <a:custGeom>
              <a:rect b="b" l="l" r="r" t="t"/>
              <a:pathLst>
                <a:path extrusionOk="0" h="6858000" w="1249825">
                  <a:moveTo>
                    <a:pt x="0" y="0"/>
                  </a:moveTo>
                  <a:lnTo>
                    <a:pt x="1249825" y="0"/>
                  </a:lnTo>
                  <a:lnTo>
                    <a:pt x="1249825" y="6858000"/>
                  </a:lnTo>
                  <a:lnTo>
                    <a:pt x="1109382" y="6858000"/>
                  </a:lnTo>
                  <a:lnTo>
                    <a:pt x="0" y="0"/>
                  </a:lnTo>
                  <a:close/>
                </a:path>
              </a:pathLst>
            </a:custGeom>
            <a:solidFill>
              <a:srgbClr val="226292">
                <a:alpha val="80000"/>
              </a:srgbClr>
            </a:solidFill>
            <a:ln>
              <a:noFill/>
            </a:ln>
          </p:spPr>
        </p:sp>
        <p:sp>
          <p:nvSpPr>
            <p:cNvPr id="82" name="Google Shape;82;p13"/>
            <p:cNvSpPr/>
            <p:nvPr/>
          </p:nvSpPr>
          <p:spPr>
            <a:xfrm>
              <a:off x="10371666" y="3589867"/>
              <a:ext cx="1817159" cy="3268133"/>
            </a:xfrm>
            <a:prstGeom prst="triangle">
              <a:avLst>
                <a:gd fmla="val 100000" name="adj"/>
              </a:avLst>
            </a:prstGeom>
            <a:solidFill>
              <a:srgbClr val="16B0E3">
                <a:alpha val="6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3" name="Google Shape;83;p13"/>
          <p:cNvSpPr txBox="1"/>
          <p:nvPr>
            <p:ph type="ctrTitle"/>
          </p:nvPr>
        </p:nvSpPr>
        <p:spPr>
          <a:xfrm>
            <a:off x="1507067" y="2404534"/>
            <a:ext cx="7766936" cy="1646302"/>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Clr>
                <a:schemeClr val="accent1"/>
              </a:buClr>
              <a:buSzPts val="5400"/>
              <a:buFont typeface="Trebuchet MS"/>
              <a:buNone/>
              <a:defRPr sz="5400">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13"/>
          <p:cNvSpPr txBox="1"/>
          <p:nvPr>
            <p:ph idx="1" type="subTitle"/>
          </p:nvPr>
        </p:nvSpPr>
        <p:spPr>
          <a:xfrm>
            <a:off x="1507067" y="4050833"/>
            <a:ext cx="7766936" cy="1096899"/>
          </a:xfrm>
          <a:prstGeom prst="rect">
            <a:avLst/>
          </a:prstGeom>
          <a:noFill/>
          <a:ln>
            <a:noFill/>
          </a:ln>
        </p:spPr>
        <p:txBody>
          <a:bodyPr anchorCtr="0" anchor="t" bIns="45700" lIns="91425" spcFirstLastPara="1" rIns="91425" wrap="square" tIns="45700">
            <a:normAutofit/>
          </a:bodyPr>
          <a:lstStyle>
            <a:lvl1pPr lvl="0" algn="r">
              <a:spcBef>
                <a:spcPts val="1000"/>
              </a:spcBef>
              <a:spcAft>
                <a:spcPts val="0"/>
              </a:spcAft>
              <a:buSzPts val="1440"/>
              <a:buNone/>
              <a:defRPr>
                <a:solidFill>
                  <a:srgbClr val="7F7F7F"/>
                </a:solidFill>
              </a:defRPr>
            </a:lvl1pPr>
            <a:lvl2pPr lvl="1" algn="ctr">
              <a:spcBef>
                <a:spcPts val="1000"/>
              </a:spcBef>
              <a:spcAft>
                <a:spcPts val="0"/>
              </a:spcAft>
              <a:buSzPts val="1280"/>
              <a:buNone/>
              <a:defRPr>
                <a:solidFill>
                  <a:srgbClr val="888888"/>
                </a:solidFill>
              </a:defRPr>
            </a:lvl2pPr>
            <a:lvl3pPr lvl="2" algn="ctr">
              <a:spcBef>
                <a:spcPts val="1000"/>
              </a:spcBef>
              <a:spcAft>
                <a:spcPts val="0"/>
              </a:spcAft>
              <a:buSzPts val="1120"/>
              <a:buNone/>
              <a:defRPr>
                <a:solidFill>
                  <a:srgbClr val="888888"/>
                </a:solidFill>
              </a:defRPr>
            </a:lvl3pPr>
            <a:lvl4pPr lvl="3" algn="ctr">
              <a:spcBef>
                <a:spcPts val="1000"/>
              </a:spcBef>
              <a:spcAft>
                <a:spcPts val="0"/>
              </a:spcAft>
              <a:buSzPts val="960"/>
              <a:buNone/>
              <a:defRPr>
                <a:solidFill>
                  <a:srgbClr val="888888"/>
                </a:solidFill>
              </a:defRPr>
            </a:lvl4pPr>
            <a:lvl5pPr lvl="4" algn="ctr">
              <a:spcBef>
                <a:spcPts val="1000"/>
              </a:spcBef>
              <a:spcAft>
                <a:spcPts val="0"/>
              </a:spcAft>
              <a:buSzPts val="960"/>
              <a:buNone/>
              <a:defRPr>
                <a:solidFill>
                  <a:srgbClr val="888888"/>
                </a:solidFill>
              </a:defRPr>
            </a:lvl5pPr>
            <a:lvl6pPr lvl="5" algn="ctr">
              <a:spcBef>
                <a:spcPts val="1000"/>
              </a:spcBef>
              <a:spcAft>
                <a:spcPts val="0"/>
              </a:spcAft>
              <a:buSzPts val="960"/>
              <a:buNone/>
              <a:defRPr>
                <a:solidFill>
                  <a:srgbClr val="888888"/>
                </a:solidFill>
              </a:defRPr>
            </a:lvl6pPr>
            <a:lvl7pPr lvl="6" algn="ctr">
              <a:spcBef>
                <a:spcPts val="1000"/>
              </a:spcBef>
              <a:spcAft>
                <a:spcPts val="0"/>
              </a:spcAft>
              <a:buSzPts val="960"/>
              <a:buNone/>
              <a:defRPr>
                <a:solidFill>
                  <a:srgbClr val="888888"/>
                </a:solidFill>
              </a:defRPr>
            </a:lvl7pPr>
            <a:lvl8pPr lvl="7" algn="ctr">
              <a:spcBef>
                <a:spcPts val="1000"/>
              </a:spcBef>
              <a:spcAft>
                <a:spcPts val="0"/>
              </a:spcAft>
              <a:buSzPts val="960"/>
              <a:buNone/>
              <a:defRPr>
                <a:solidFill>
                  <a:srgbClr val="888888"/>
                </a:solidFill>
              </a:defRPr>
            </a:lvl8pPr>
            <a:lvl9pPr lvl="8" algn="ctr">
              <a:spcBef>
                <a:spcPts val="1000"/>
              </a:spcBef>
              <a:spcAft>
                <a:spcPts val="0"/>
              </a:spcAft>
              <a:buSzPts val="960"/>
              <a:buNone/>
              <a:defRPr>
                <a:solidFill>
                  <a:srgbClr val="888888"/>
                </a:solidFill>
              </a:defRPr>
            </a:lvl9pPr>
          </a:lstStyle>
          <a:p/>
        </p:txBody>
      </p:sp>
      <p:sp>
        <p:nvSpPr>
          <p:cNvPr id="85" name="Google Shape;85;p13"/>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13"/>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13"/>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88" name="Shape 88"/>
        <p:cNvGrpSpPr/>
        <p:nvPr/>
      </p:nvGrpSpPr>
      <p:grpSpPr>
        <a:xfrm>
          <a:off x="0" y="0"/>
          <a:ext cx="0" cy="0"/>
          <a:chOff x="0" y="0"/>
          <a:chExt cx="0" cy="0"/>
        </a:xfrm>
      </p:grpSpPr>
      <p:sp>
        <p:nvSpPr>
          <p:cNvPr id="89" name="Google Shape;89;p14"/>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14"/>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91" name="Google Shape;91;p14"/>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14"/>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14"/>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4" name="Shape 94"/>
        <p:cNvGrpSpPr/>
        <p:nvPr/>
      </p:nvGrpSpPr>
      <p:grpSpPr>
        <a:xfrm>
          <a:off x="0" y="0"/>
          <a:ext cx="0" cy="0"/>
          <a:chOff x="0" y="0"/>
          <a:chExt cx="0" cy="0"/>
        </a:xfrm>
      </p:grpSpPr>
      <p:sp>
        <p:nvSpPr>
          <p:cNvPr id="95" name="Google Shape;95;p15"/>
          <p:cNvSpPr txBox="1"/>
          <p:nvPr>
            <p:ph type="title"/>
          </p:nvPr>
        </p:nvSpPr>
        <p:spPr>
          <a:xfrm>
            <a:off x="677335" y="2700867"/>
            <a:ext cx="8596668" cy="1826581"/>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4000"/>
              <a:buFont typeface="Trebuchet MS"/>
              <a:buNone/>
              <a:defRPr b="0"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15"/>
          <p:cNvSpPr txBox="1"/>
          <p:nvPr>
            <p:ph idx="1" type="body"/>
          </p:nvPr>
        </p:nvSpPr>
        <p:spPr>
          <a:xfrm>
            <a:off x="677335" y="4527448"/>
            <a:ext cx="8596668" cy="860400"/>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600"/>
              <a:buNone/>
              <a:defRPr sz="2000">
                <a:solidFill>
                  <a:srgbClr val="7F7F7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97" name="Google Shape;97;p15"/>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15"/>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15"/>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00" name="Shape 100"/>
        <p:cNvGrpSpPr/>
        <p:nvPr/>
      </p:nvGrpSpPr>
      <p:grpSpPr>
        <a:xfrm>
          <a:off x="0" y="0"/>
          <a:ext cx="0" cy="0"/>
          <a:chOff x="0" y="0"/>
          <a:chExt cx="0" cy="0"/>
        </a:xfrm>
      </p:grpSpPr>
      <p:sp>
        <p:nvSpPr>
          <p:cNvPr id="101" name="Google Shape;101;p16"/>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16"/>
          <p:cNvSpPr txBox="1"/>
          <p:nvPr>
            <p:ph idx="1" type="body"/>
          </p:nvPr>
        </p:nvSpPr>
        <p:spPr>
          <a:xfrm>
            <a:off x="677334" y="2160589"/>
            <a:ext cx="4184035" cy="3880772"/>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03" name="Google Shape;103;p16"/>
          <p:cNvSpPr txBox="1"/>
          <p:nvPr>
            <p:ph idx="2" type="body"/>
          </p:nvPr>
        </p:nvSpPr>
        <p:spPr>
          <a:xfrm>
            <a:off x="5089970" y="2160589"/>
            <a:ext cx="4184034" cy="3880773"/>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04" name="Google Shape;104;p16"/>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p16"/>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p16"/>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07" name="Shape 107"/>
        <p:cNvGrpSpPr/>
        <p:nvPr/>
      </p:nvGrpSpPr>
      <p:grpSpPr>
        <a:xfrm>
          <a:off x="0" y="0"/>
          <a:ext cx="0" cy="0"/>
          <a:chOff x="0" y="0"/>
          <a:chExt cx="0" cy="0"/>
        </a:xfrm>
      </p:grpSpPr>
      <p:sp>
        <p:nvSpPr>
          <p:cNvPr id="108" name="Google Shape;108;p17"/>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3600"/>
              <a:buFont typeface="Trebuchet MS"/>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17"/>
          <p:cNvSpPr txBox="1"/>
          <p:nvPr>
            <p:ph idx="1" type="body"/>
          </p:nvPr>
        </p:nvSpPr>
        <p:spPr>
          <a:xfrm>
            <a:off x="675745" y="2160983"/>
            <a:ext cx="4185623"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110" name="Google Shape;110;p17"/>
          <p:cNvSpPr txBox="1"/>
          <p:nvPr>
            <p:ph idx="2" type="body"/>
          </p:nvPr>
        </p:nvSpPr>
        <p:spPr>
          <a:xfrm>
            <a:off x="675745" y="2737245"/>
            <a:ext cx="4185623" cy="3304117"/>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11" name="Google Shape;111;p17"/>
          <p:cNvSpPr txBox="1"/>
          <p:nvPr>
            <p:ph idx="3" type="body"/>
          </p:nvPr>
        </p:nvSpPr>
        <p:spPr>
          <a:xfrm>
            <a:off x="5088383" y="2160983"/>
            <a:ext cx="4185618"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112" name="Google Shape;112;p17"/>
          <p:cNvSpPr txBox="1"/>
          <p:nvPr>
            <p:ph idx="4" type="body"/>
          </p:nvPr>
        </p:nvSpPr>
        <p:spPr>
          <a:xfrm>
            <a:off x="5088384" y="2737245"/>
            <a:ext cx="4185617" cy="3304117"/>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13" name="Google Shape;113;p17"/>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4" name="Google Shape;114;p17"/>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5" name="Google Shape;115;p17"/>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6" name="Shape 116"/>
        <p:cNvGrpSpPr/>
        <p:nvPr/>
      </p:nvGrpSpPr>
      <p:grpSpPr>
        <a:xfrm>
          <a:off x="0" y="0"/>
          <a:ext cx="0" cy="0"/>
          <a:chOff x="0" y="0"/>
          <a:chExt cx="0" cy="0"/>
        </a:xfrm>
      </p:grpSpPr>
      <p:sp>
        <p:nvSpPr>
          <p:cNvPr id="117" name="Google Shape;117;p18"/>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8" name="Google Shape;118;p18"/>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9" name="Google Shape;119;p18"/>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0" name="Google Shape;120;p18"/>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1" name="Shape 121"/>
        <p:cNvGrpSpPr/>
        <p:nvPr/>
      </p:nvGrpSpPr>
      <p:grpSpPr>
        <a:xfrm>
          <a:off x="0" y="0"/>
          <a:ext cx="0" cy="0"/>
          <a:chOff x="0" y="0"/>
          <a:chExt cx="0" cy="0"/>
        </a:xfrm>
      </p:grpSpPr>
      <p:sp>
        <p:nvSpPr>
          <p:cNvPr id="122" name="Google Shape;122;p19"/>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3" name="Google Shape;123;p19"/>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4" name="Google Shape;124;p19"/>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25" name="Shape 125"/>
        <p:cNvGrpSpPr/>
        <p:nvPr/>
      </p:nvGrpSpPr>
      <p:grpSpPr>
        <a:xfrm>
          <a:off x="0" y="0"/>
          <a:ext cx="0" cy="0"/>
          <a:chOff x="0" y="0"/>
          <a:chExt cx="0" cy="0"/>
        </a:xfrm>
      </p:grpSpPr>
      <p:sp>
        <p:nvSpPr>
          <p:cNvPr id="126" name="Google Shape;126;p20"/>
          <p:cNvSpPr txBox="1"/>
          <p:nvPr>
            <p:ph type="title"/>
          </p:nvPr>
        </p:nvSpPr>
        <p:spPr>
          <a:xfrm>
            <a:off x="677334" y="1498604"/>
            <a:ext cx="3854528" cy="1278466"/>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2000"/>
              <a:buFont typeface="Trebuchet MS"/>
              <a:buNone/>
              <a:defRPr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7" name="Google Shape;127;p20"/>
          <p:cNvSpPr txBox="1"/>
          <p:nvPr>
            <p:ph idx="1" type="body"/>
          </p:nvPr>
        </p:nvSpPr>
        <p:spPr>
          <a:xfrm>
            <a:off x="4760461" y="514924"/>
            <a:ext cx="4513541" cy="5526437"/>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28" name="Google Shape;128;p20"/>
          <p:cNvSpPr txBox="1"/>
          <p:nvPr>
            <p:ph idx="2" type="body"/>
          </p:nvPr>
        </p:nvSpPr>
        <p:spPr>
          <a:xfrm>
            <a:off x="677334" y="2777069"/>
            <a:ext cx="3854528" cy="2584449"/>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1120"/>
              <a:buNone/>
              <a:defRPr sz="1400"/>
            </a:lvl2pPr>
            <a:lvl3pPr indent="-228600" lvl="2" marL="1371600" algn="l">
              <a:spcBef>
                <a:spcPts val="1000"/>
              </a:spcBef>
              <a:spcAft>
                <a:spcPts val="0"/>
              </a:spcAft>
              <a:buSzPts val="960"/>
              <a:buNone/>
              <a:defRPr sz="1200"/>
            </a:lvl3pPr>
            <a:lvl4pPr indent="-228600" lvl="3" marL="1828800" algn="l">
              <a:spcBef>
                <a:spcPts val="1000"/>
              </a:spcBef>
              <a:spcAft>
                <a:spcPts val="0"/>
              </a:spcAft>
              <a:buSzPts val="800"/>
              <a:buNone/>
              <a:defRPr sz="1000"/>
            </a:lvl4pPr>
            <a:lvl5pPr indent="-228600" lvl="4" marL="2286000" algn="l">
              <a:spcBef>
                <a:spcPts val="1000"/>
              </a:spcBef>
              <a:spcAft>
                <a:spcPts val="0"/>
              </a:spcAft>
              <a:buSzPts val="800"/>
              <a:buNone/>
              <a:defRPr sz="1000"/>
            </a:lvl5pPr>
            <a:lvl6pPr indent="-228600" lvl="5" marL="2743200" algn="l">
              <a:spcBef>
                <a:spcPts val="1000"/>
              </a:spcBef>
              <a:spcAft>
                <a:spcPts val="0"/>
              </a:spcAft>
              <a:buSzPts val="800"/>
              <a:buNone/>
              <a:defRPr sz="1000"/>
            </a:lvl6pPr>
            <a:lvl7pPr indent="-228600" lvl="6" marL="3200400" algn="l">
              <a:spcBef>
                <a:spcPts val="1000"/>
              </a:spcBef>
              <a:spcAft>
                <a:spcPts val="0"/>
              </a:spcAft>
              <a:buSzPts val="800"/>
              <a:buNone/>
              <a:defRPr sz="1000"/>
            </a:lvl7pPr>
            <a:lvl8pPr indent="-228600" lvl="7" marL="3657600" algn="l">
              <a:spcBef>
                <a:spcPts val="1000"/>
              </a:spcBef>
              <a:spcAft>
                <a:spcPts val="0"/>
              </a:spcAft>
              <a:buSzPts val="800"/>
              <a:buNone/>
              <a:defRPr sz="1000"/>
            </a:lvl8pPr>
            <a:lvl9pPr indent="-228600" lvl="8" marL="4114800" algn="l">
              <a:spcBef>
                <a:spcPts val="1000"/>
              </a:spcBef>
              <a:spcAft>
                <a:spcPts val="0"/>
              </a:spcAft>
              <a:buSzPts val="800"/>
              <a:buNone/>
              <a:defRPr sz="1000"/>
            </a:lvl9pPr>
          </a:lstStyle>
          <a:p/>
        </p:txBody>
      </p:sp>
      <p:sp>
        <p:nvSpPr>
          <p:cNvPr id="129" name="Google Shape;129;p20"/>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0" name="Google Shape;130;p20"/>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1" name="Google Shape;131;p20"/>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32" name="Shape 132"/>
        <p:cNvGrpSpPr/>
        <p:nvPr/>
      </p:nvGrpSpPr>
      <p:grpSpPr>
        <a:xfrm>
          <a:off x="0" y="0"/>
          <a:ext cx="0" cy="0"/>
          <a:chOff x="0" y="0"/>
          <a:chExt cx="0" cy="0"/>
        </a:xfrm>
      </p:grpSpPr>
      <p:sp>
        <p:nvSpPr>
          <p:cNvPr id="133" name="Google Shape;133;p21"/>
          <p:cNvSpPr txBox="1"/>
          <p:nvPr>
            <p:ph type="title"/>
          </p:nvPr>
        </p:nvSpPr>
        <p:spPr>
          <a:xfrm>
            <a:off x="677334" y="4800600"/>
            <a:ext cx="8596667"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2400"/>
              <a:buFont typeface="Trebuchet MS"/>
              <a:buNone/>
              <a:defRPr b="0"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4" name="Google Shape;134;p21"/>
          <p:cNvSpPr/>
          <p:nvPr>
            <p:ph idx="2" type="pic"/>
          </p:nvPr>
        </p:nvSpPr>
        <p:spPr>
          <a:xfrm>
            <a:off x="677334" y="609600"/>
            <a:ext cx="8596668" cy="3845718"/>
          </a:xfrm>
          <a:prstGeom prst="rect">
            <a:avLst/>
          </a:prstGeom>
          <a:noFill/>
          <a:ln>
            <a:noFill/>
          </a:ln>
        </p:spPr>
      </p:sp>
      <p:sp>
        <p:nvSpPr>
          <p:cNvPr id="135" name="Google Shape;135;p21"/>
          <p:cNvSpPr txBox="1"/>
          <p:nvPr>
            <p:ph idx="1" type="body"/>
          </p:nvPr>
        </p:nvSpPr>
        <p:spPr>
          <a:xfrm>
            <a:off x="677334" y="5367338"/>
            <a:ext cx="8596667" cy="674024"/>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960"/>
              <a:buNone/>
              <a:defRPr sz="12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136" name="Google Shape;136;p21"/>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7" name="Google Shape;137;p21"/>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38" name="Google Shape;138;p21"/>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139" name="Shape 139"/>
        <p:cNvGrpSpPr/>
        <p:nvPr/>
      </p:nvGrpSpPr>
      <p:grpSpPr>
        <a:xfrm>
          <a:off x="0" y="0"/>
          <a:ext cx="0" cy="0"/>
          <a:chOff x="0" y="0"/>
          <a:chExt cx="0" cy="0"/>
        </a:xfrm>
      </p:grpSpPr>
      <p:sp>
        <p:nvSpPr>
          <p:cNvPr id="140" name="Google Shape;140;p22"/>
          <p:cNvSpPr txBox="1"/>
          <p:nvPr>
            <p:ph type="title"/>
          </p:nvPr>
        </p:nvSpPr>
        <p:spPr>
          <a:xfrm>
            <a:off x="677335" y="609600"/>
            <a:ext cx="8596668" cy="3403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1" name="Google Shape;141;p22"/>
          <p:cNvSpPr txBox="1"/>
          <p:nvPr>
            <p:ph idx="1" type="body"/>
          </p:nvPr>
        </p:nvSpPr>
        <p:spPr>
          <a:xfrm>
            <a:off x="677335" y="4470400"/>
            <a:ext cx="8596668" cy="1570962"/>
          </a:xfrm>
          <a:prstGeom prst="rect">
            <a:avLst/>
          </a:prstGeom>
          <a:noFill/>
          <a:ln>
            <a:noFill/>
          </a:ln>
        </p:spPr>
        <p:txBody>
          <a:bodyPr anchorCtr="0" anchor="ctr" bIns="45700" lIns="91425" spcFirstLastPara="1" rIns="91425" wrap="square" tIns="45700">
            <a:normAutofit/>
          </a:bodyPr>
          <a:lstStyle>
            <a:lvl1pPr indent="-228600" lvl="0" marL="457200" algn="l">
              <a:spcBef>
                <a:spcPts val="1000"/>
              </a:spcBef>
              <a:spcAft>
                <a:spcPts val="0"/>
              </a:spcAft>
              <a:buSzPts val="1440"/>
              <a:buNone/>
              <a:defRPr sz="1800">
                <a:solidFill>
                  <a:srgbClr val="3F3F3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42" name="Google Shape;142;p22"/>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3" name="Google Shape;143;p22"/>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4" name="Google Shape;144;p22"/>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145" name="Shape 145"/>
        <p:cNvGrpSpPr/>
        <p:nvPr/>
      </p:nvGrpSpPr>
      <p:grpSpPr>
        <a:xfrm>
          <a:off x="0" y="0"/>
          <a:ext cx="0" cy="0"/>
          <a:chOff x="0" y="0"/>
          <a:chExt cx="0" cy="0"/>
        </a:xfrm>
      </p:grpSpPr>
      <p:sp>
        <p:nvSpPr>
          <p:cNvPr id="146" name="Google Shape;146;p23"/>
          <p:cNvSpPr txBox="1"/>
          <p:nvPr>
            <p:ph type="title"/>
          </p:nvPr>
        </p:nvSpPr>
        <p:spPr>
          <a:xfrm>
            <a:off x="931334" y="609600"/>
            <a:ext cx="8094134" cy="3022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7" name="Google Shape;147;p23"/>
          <p:cNvSpPr txBox="1"/>
          <p:nvPr>
            <p:ph idx="1" type="body"/>
          </p:nvPr>
        </p:nvSpPr>
        <p:spPr>
          <a:xfrm>
            <a:off x="1366139" y="3632200"/>
            <a:ext cx="7224524" cy="381000"/>
          </a:xfrm>
          <a:prstGeom prst="rect">
            <a:avLst/>
          </a:prstGeom>
          <a:noFill/>
          <a:ln>
            <a:noFill/>
          </a:ln>
        </p:spPr>
        <p:txBody>
          <a:bodyPr anchorCtr="0" anchor="ctr" bIns="45700" lIns="91425" spcFirstLastPara="1" rIns="91425" wrap="square" tIns="45700">
            <a:noAutofit/>
          </a:bodyPr>
          <a:lstStyle>
            <a:lvl1pPr indent="-228600" lvl="0" marL="457200" algn="l">
              <a:spcBef>
                <a:spcPts val="1000"/>
              </a:spcBef>
              <a:spcAft>
                <a:spcPts val="0"/>
              </a:spcAft>
              <a:buSzPts val="1280"/>
              <a:buFont typeface="Trebuchet MS"/>
              <a:buNone/>
              <a:defRPr sz="1600">
                <a:solidFill>
                  <a:srgbClr val="7F7F7F"/>
                </a:solidFill>
              </a:defRPr>
            </a:lvl1pPr>
            <a:lvl2pPr indent="-228600" lvl="1" marL="914400" algn="l">
              <a:spcBef>
                <a:spcPts val="1000"/>
              </a:spcBef>
              <a:spcAft>
                <a:spcPts val="0"/>
              </a:spcAft>
              <a:buSzPts val="1280"/>
              <a:buFont typeface="Trebuchet MS"/>
              <a:buNone/>
              <a:defRPr/>
            </a:lvl2pPr>
            <a:lvl3pPr indent="-228600" lvl="2" marL="1371600" algn="l">
              <a:spcBef>
                <a:spcPts val="1000"/>
              </a:spcBef>
              <a:spcAft>
                <a:spcPts val="0"/>
              </a:spcAft>
              <a:buSzPts val="1120"/>
              <a:buFont typeface="Trebuchet MS"/>
              <a:buNone/>
              <a:defRPr/>
            </a:lvl3pPr>
            <a:lvl4pPr indent="-228600" lvl="3" marL="1828800" algn="l">
              <a:spcBef>
                <a:spcPts val="1000"/>
              </a:spcBef>
              <a:spcAft>
                <a:spcPts val="0"/>
              </a:spcAft>
              <a:buSzPts val="960"/>
              <a:buFont typeface="Trebuchet MS"/>
              <a:buNone/>
              <a:defRPr/>
            </a:lvl4pPr>
            <a:lvl5pPr indent="-228600" lvl="4" marL="2286000" algn="l">
              <a:spcBef>
                <a:spcPts val="1000"/>
              </a:spcBef>
              <a:spcAft>
                <a:spcPts val="0"/>
              </a:spcAft>
              <a:buSzPts val="960"/>
              <a:buFont typeface="Trebuchet MS"/>
              <a:buNone/>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48" name="Google Shape;148;p23"/>
          <p:cNvSpPr txBox="1"/>
          <p:nvPr>
            <p:ph idx="2" type="body"/>
          </p:nvPr>
        </p:nvSpPr>
        <p:spPr>
          <a:xfrm>
            <a:off x="677335" y="4470400"/>
            <a:ext cx="8596668" cy="1570962"/>
          </a:xfrm>
          <a:prstGeom prst="rect">
            <a:avLst/>
          </a:prstGeom>
          <a:noFill/>
          <a:ln>
            <a:noFill/>
          </a:ln>
        </p:spPr>
        <p:txBody>
          <a:bodyPr anchorCtr="0" anchor="ctr" bIns="45700" lIns="91425" spcFirstLastPara="1" rIns="91425" wrap="square" tIns="45700">
            <a:normAutofit/>
          </a:bodyPr>
          <a:lstStyle>
            <a:lvl1pPr indent="-228600" lvl="0" marL="457200" algn="l">
              <a:spcBef>
                <a:spcPts val="1000"/>
              </a:spcBef>
              <a:spcAft>
                <a:spcPts val="0"/>
              </a:spcAft>
              <a:buSzPts val="1440"/>
              <a:buNone/>
              <a:defRPr sz="1800">
                <a:solidFill>
                  <a:srgbClr val="3F3F3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49" name="Google Shape;149;p23"/>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0" name="Google Shape;150;p23"/>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1" name="Google Shape;151;p23"/>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52" name="Google Shape;152;p23"/>
          <p:cNvSpPr txBox="1"/>
          <p:nvPr/>
        </p:nvSpPr>
        <p:spPr>
          <a:xfrm>
            <a:off x="541870" y="790378"/>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8000" u="none" cap="none" strike="noStrike">
                <a:solidFill>
                  <a:srgbClr val="9EDFF5"/>
                </a:solidFill>
                <a:latin typeface="Arial"/>
                <a:ea typeface="Arial"/>
                <a:cs typeface="Arial"/>
                <a:sym typeface="Arial"/>
              </a:rPr>
              <a:t>“</a:t>
            </a:r>
            <a:endParaRPr/>
          </a:p>
        </p:txBody>
      </p:sp>
      <p:sp>
        <p:nvSpPr>
          <p:cNvPr id="153" name="Google Shape;153;p23"/>
          <p:cNvSpPr txBox="1"/>
          <p:nvPr/>
        </p:nvSpPr>
        <p:spPr>
          <a:xfrm>
            <a:off x="8893011" y="2886556"/>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8000" u="none" cap="none" strike="noStrike">
                <a:solidFill>
                  <a:srgbClr val="9EDFF5"/>
                </a:solidFill>
                <a:latin typeface="Arial"/>
                <a:ea typeface="Arial"/>
                <a:cs typeface="Arial"/>
                <a:sym typeface="Arial"/>
              </a:rPr>
              <a:t>”</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154" name="Shape 154"/>
        <p:cNvGrpSpPr/>
        <p:nvPr/>
      </p:nvGrpSpPr>
      <p:grpSpPr>
        <a:xfrm>
          <a:off x="0" y="0"/>
          <a:ext cx="0" cy="0"/>
          <a:chOff x="0" y="0"/>
          <a:chExt cx="0" cy="0"/>
        </a:xfrm>
      </p:grpSpPr>
      <p:sp>
        <p:nvSpPr>
          <p:cNvPr id="155" name="Google Shape;155;p24"/>
          <p:cNvSpPr txBox="1"/>
          <p:nvPr>
            <p:ph type="title"/>
          </p:nvPr>
        </p:nvSpPr>
        <p:spPr>
          <a:xfrm>
            <a:off x="677335" y="1931988"/>
            <a:ext cx="8596668" cy="259546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6" name="Google Shape;156;p24"/>
          <p:cNvSpPr txBox="1"/>
          <p:nvPr>
            <p:ph idx="1" type="body"/>
          </p:nvPr>
        </p:nvSpPr>
        <p:spPr>
          <a:xfrm>
            <a:off x="677335" y="4527448"/>
            <a:ext cx="8596668" cy="1513914"/>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440"/>
              <a:buNone/>
              <a:defRPr sz="1800">
                <a:solidFill>
                  <a:srgbClr val="3F3F3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57" name="Google Shape;157;p24"/>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8" name="Google Shape;158;p24"/>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9" name="Google Shape;159;p24"/>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Name Card">
  <p:cSld name="Quote Name Card">
    <p:spTree>
      <p:nvGrpSpPr>
        <p:cNvPr id="160" name="Shape 160"/>
        <p:cNvGrpSpPr/>
        <p:nvPr/>
      </p:nvGrpSpPr>
      <p:grpSpPr>
        <a:xfrm>
          <a:off x="0" y="0"/>
          <a:ext cx="0" cy="0"/>
          <a:chOff x="0" y="0"/>
          <a:chExt cx="0" cy="0"/>
        </a:xfrm>
      </p:grpSpPr>
      <p:sp>
        <p:nvSpPr>
          <p:cNvPr id="161" name="Google Shape;161;p25"/>
          <p:cNvSpPr txBox="1"/>
          <p:nvPr>
            <p:ph type="title"/>
          </p:nvPr>
        </p:nvSpPr>
        <p:spPr>
          <a:xfrm>
            <a:off x="931334" y="609600"/>
            <a:ext cx="8094134" cy="3022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2" name="Google Shape;162;p25"/>
          <p:cNvSpPr txBox="1"/>
          <p:nvPr>
            <p:ph idx="1" type="body"/>
          </p:nvPr>
        </p:nvSpPr>
        <p:spPr>
          <a:xfrm>
            <a:off x="677332" y="4013200"/>
            <a:ext cx="8596669" cy="514248"/>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Font typeface="Trebuchet MS"/>
              <a:buNone/>
              <a:defRPr sz="2400">
                <a:solidFill>
                  <a:srgbClr val="3F3F3F"/>
                </a:solidFill>
              </a:defRPr>
            </a:lvl1pPr>
            <a:lvl2pPr indent="-228600" lvl="1" marL="914400" algn="l">
              <a:spcBef>
                <a:spcPts val="1000"/>
              </a:spcBef>
              <a:spcAft>
                <a:spcPts val="0"/>
              </a:spcAft>
              <a:buSzPts val="1280"/>
              <a:buFont typeface="Trebuchet MS"/>
              <a:buNone/>
              <a:defRPr/>
            </a:lvl2pPr>
            <a:lvl3pPr indent="-228600" lvl="2" marL="1371600" algn="l">
              <a:spcBef>
                <a:spcPts val="1000"/>
              </a:spcBef>
              <a:spcAft>
                <a:spcPts val="0"/>
              </a:spcAft>
              <a:buSzPts val="1120"/>
              <a:buFont typeface="Trebuchet MS"/>
              <a:buNone/>
              <a:defRPr/>
            </a:lvl3pPr>
            <a:lvl4pPr indent="-228600" lvl="3" marL="1828800" algn="l">
              <a:spcBef>
                <a:spcPts val="1000"/>
              </a:spcBef>
              <a:spcAft>
                <a:spcPts val="0"/>
              </a:spcAft>
              <a:buSzPts val="960"/>
              <a:buFont typeface="Trebuchet MS"/>
              <a:buNone/>
              <a:defRPr/>
            </a:lvl4pPr>
            <a:lvl5pPr indent="-228600" lvl="4" marL="2286000" algn="l">
              <a:spcBef>
                <a:spcPts val="1000"/>
              </a:spcBef>
              <a:spcAft>
                <a:spcPts val="0"/>
              </a:spcAft>
              <a:buSzPts val="960"/>
              <a:buFont typeface="Trebuchet MS"/>
              <a:buNone/>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63" name="Google Shape;163;p25"/>
          <p:cNvSpPr txBox="1"/>
          <p:nvPr>
            <p:ph idx="2" type="body"/>
          </p:nvPr>
        </p:nvSpPr>
        <p:spPr>
          <a:xfrm>
            <a:off x="677335" y="4527448"/>
            <a:ext cx="8596668" cy="1513914"/>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440"/>
              <a:buNone/>
              <a:defRPr sz="1800">
                <a:solidFill>
                  <a:srgbClr val="7F7F7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64" name="Google Shape;164;p25"/>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5" name="Google Shape;165;p25"/>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6" name="Google Shape;166;p25"/>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67" name="Google Shape;167;p25"/>
          <p:cNvSpPr txBox="1"/>
          <p:nvPr/>
        </p:nvSpPr>
        <p:spPr>
          <a:xfrm>
            <a:off x="541870" y="790378"/>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8000" u="none" cap="none" strike="noStrike">
                <a:solidFill>
                  <a:srgbClr val="9EDFF5"/>
                </a:solidFill>
                <a:latin typeface="Arial"/>
                <a:ea typeface="Arial"/>
                <a:cs typeface="Arial"/>
                <a:sym typeface="Arial"/>
              </a:rPr>
              <a:t>“</a:t>
            </a:r>
            <a:endParaRPr/>
          </a:p>
        </p:txBody>
      </p:sp>
      <p:sp>
        <p:nvSpPr>
          <p:cNvPr id="168" name="Google Shape;168;p25"/>
          <p:cNvSpPr txBox="1"/>
          <p:nvPr/>
        </p:nvSpPr>
        <p:spPr>
          <a:xfrm>
            <a:off x="8893011" y="2886556"/>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8000" u="none" cap="none" strike="noStrike">
                <a:solidFill>
                  <a:srgbClr val="9EDFF5"/>
                </a:solidFill>
                <a:latin typeface="Arial"/>
                <a:ea typeface="Arial"/>
                <a:cs typeface="Arial"/>
                <a:sym typeface="Arial"/>
              </a:rPr>
              <a:t>”</a:t>
            </a: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ue or False">
  <p:cSld name="True or False">
    <p:spTree>
      <p:nvGrpSpPr>
        <p:cNvPr id="169" name="Shape 169"/>
        <p:cNvGrpSpPr/>
        <p:nvPr/>
      </p:nvGrpSpPr>
      <p:grpSpPr>
        <a:xfrm>
          <a:off x="0" y="0"/>
          <a:ext cx="0" cy="0"/>
          <a:chOff x="0" y="0"/>
          <a:chExt cx="0" cy="0"/>
        </a:xfrm>
      </p:grpSpPr>
      <p:sp>
        <p:nvSpPr>
          <p:cNvPr id="170" name="Google Shape;170;p26"/>
          <p:cNvSpPr txBox="1"/>
          <p:nvPr>
            <p:ph type="title"/>
          </p:nvPr>
        </p:nvSpPr>
        <p:spPr>
          <a:xfrm>
            <a:off x="685799" y="609600"/>
            <a:ext cx="8588203" cy="3022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1" name="Google Shape;171;p26"/>
          <p:cNvSpPr txBox="1"/>
          <p:nvPr>
            <p:ph idx="1" type="body"/>
          </p:nvPr>
        </p:nvSpPr>
        <p:spPr>
          <a:xfrm>
            <a:off x="677332" y="4013200"/>
            <a:ext cx="8596669" cy="514248"/>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Font typeface="Trebuchet MS"/>
              <a:buNone/>
              <a:defRPr sz="2400">
                <a:solidFill>
                  <a:schemeClr val="accent1"/>
                </a:solidFill>
              </a:defRPr>
            </a:lvl1pPr>
            <a:lvl2pPr indent="-228600" lvl="1" marL="914400" algn="l">
              <a:spcBef>
                <a:spcPts val="1000"/>
              </a:spcBef>
              <a:spcAft>
                <a:spcPts val="0"/>
              </a:spcAft>
              <a:buSzPts val="1280"/>
              <a:buFont typeface="Trebuchet MS"/>
              <a:buNone/>
              <a:defRPr/>
            </a:lvl2pPr>
            <a:lvl3pPr indent="-228600" lvl="2" marL="1371600" algn="l">
              <a:spcBef>
                <a:spcPts val="1000"/>
              </a:spcBef>
              <a:spcAft>
                <a:spcPts val="0"/>
              </a:spcAft>
              <a:buSzPts val="1120"/>
              <a:buFont typeface="Trebuchet MS"/>
              <a:buNone/>
              <a:defRPr/>
            </a:lvl3pPr>
            <a:lvl4pPr indent="-228600" lvl="3" marL="1828800" algn="l">
              <a:spcBef>
                <a:spcPts val="1000"/>
              </a:spcBef>
              <a:spcAft>
                <a:spcPts val="0"/>
              </a:spcAft>
              <a:buSzPts val="960"/>
              <a:buFont typeface="Trebuchet MS"/>
              <a:buNone/>
              <a:defRPr/>
            </a:lvl4pPr>
            <a:lvl5pPr indent="-228600" lvl="4" marL="2286000" algn="l">
              <a:spcBef>
                <a:spcPts val="1000"/>
              </a:spcBef>
              <a:spcAft>
                <a:spcPts val="0"/>
              </a:spcAft>
              <a:buSzPts val="960"/>
              <a:buFont typeface="Trebuchet MS"/>
              <a:buNone/>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72" name="Google Shape;172;p26"/>
          <p:cNvSpPr txBox="1"/>
          <p:nvPr>
            <p:ph idx="2" type="body"/>
          </p:nvPr>
        </p:nvSpPr>
        <p:spPr>
          <a:xfrm>
            <a:off x="677335" y="4527448"/>
            <a:ext cx="8596668" cy="1513914"/>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440"/>
              <a:buNone/>
              <a:defRPr sz="1800">
                <a:solidFill>
                  <a:srgbClr val="7F7F7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73" name="Google Shape;173;p26"/>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4" name="Google Shape;174;p26"/>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5" name="Google Shape;175;p26"/>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76" name="Shape 176"/>
        <p:cNvGrpSpPr/>
        <p:nvPr/>
      </p:nvGrpSpPr>
      <p:grpSpPr>
        <a:xfrm>
          <a:off x="0" y="0"/>
          <a:ext cx="0" cy="0"/>
          <a:chOff x="0" y="0"/>
          <a:chExt cx="0" cy="0"/>
        </a:xfrm>
      </p:grpSpPr>
      <p:sp>
        <p:nvSpPr>
          <p:cNvPr id="177" name="Google Shape;177;p27"/>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8" name="Google Shape;178;p27"/>
          <p:cNvSpPr txBox="1"/>
          <p:nvPr>
            <p:ph idx="1" type="body"/>
          </p:nvPr>
        </p:nvSpPr>
        <p:spPr>
          <a:xfrm rot="5400000">
            <a:off x="3035281" y="-197358"/>
            <a:ext cx="3880773" cy="8596668"/>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79" name="Google Shape;179;p27"/>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0" name="Google Shape;180;p27"/>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1" name="Google Shape;181;p27"/>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82" name="Shape 182"/>
        <p:cNvGrpSpPr/>
        <p:nvPr/>
      </p:nvGrpSpPr>
      <p:grpSpPr>
        <a:xfrm>
          <a:off x="0" y="0"/>
          <a:ext cx="0" cy="0"/>
          <a:chOff x="0" y="0"/>
          <a:chExt cx="0" cy="0"/>
        </a:xfrm>
      </p:grpSpPr>
      <p:sp>
        <p:nvSpPr>
          <p:cNvPr id="183" name="Google Shape;183;p28"/>
          <p:cNvSpPr txBox="1"/>
          <p:nvPr>
            <p:ph type="title"/>
          </p:nvPr>
        </p:nvSpPr>
        <p:spPr>
          <a:xfrm rot="5400000">
            <a:off x="5994319" y="2582953"/>
            <a:ext cx="5251451" cy="1304743"/>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4" name="Google Shape;184;p28"/>
          <p:cNvSpPr txBox="1"/>
          <p:nvPr>
            <p:ph idx="1" type="body"/>
          </p:nvPr>
        </p:nvSpPr>
        <p:spPr>
          <a:xfrm rot="5400000">
            <a:off x="1581685" y="-294750"/>
            <a:ext cx="5251450" cy="7060150"/>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85" name="Google Shape;185;p28"/>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6" name="Google Shape;186;p28"/>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7" name="Google Shape;187;p28"/>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ustom Layout" showMasterSp="0">
  <p:cSld name="1_Custom Layout">
    <p:bg>
      <p:bgPr>
        <a:solidFill>
          <a:schemeClr val="dk1"/>
        </a:solidFill>
      </p:bgPr>
    </p:bg>
    <p:spTree>
      <p:nvGrpSpPr>
        <p:cNvPr id="188" name="Shape 188"/>
        <p:cNvGrpSpPr/>
        <p:nvPr/>
      </p:nvGrpSpPr>
      <p:grpSpPr>
        <a:xfrm>
          <a:off x="0" y="0"/>
          <a:ext cx="0" cy="0"/>
          <a:chOff x="0" y="0"/>
          <a:chExt cx="0" cy="0"/>
        </a:xfrm>
      </p:grpSpPr>
      <p:sp>
        <p:nvSpPr>
          <p:cNvPr id="189" name="Google Shape;189;p29"/>
          <p:cNvSpPr/>
          <p:nvPr>
            <p:ph idx="2" type="pic"/>
          </p:nvPr>
        </p:nvSpPr>
        <p:spPr>
          <a:xfrm>
            <a:off x="0" y="0"/>
            <a:ext cx="12192000" cy="6858000"/>
          </a:xfrm>
          <a:prstGeom prst="rect">
            <a:avLst/>
          </a:prstGeom>
          <a:noFill/>
          <a:ln>
            <a:noFill/>
          </a:ln>
        </p:spPr>
      </p:sp>
      <p:sp>
        <p:nvSpPr>
          <p:cNvPr descr="Tall office building looking up" id="190" name="Google Shape;190;p29"/>
          <p:cNvSpPr/>
          <p:nvPr/>
        </p:nvSpPr>
        <p:spPr>
          <a:xfrm>
            <a:off x="3718560" y="1181123"/>
            <a:ext cx="4754880" cy="4495754"/>
          </a:xfrm>
          <a:prstGeom prst="rect">
            <a:avLst/>
          </a:prstGeom>
          <a:solidFill>
            <a:schemeClr val="accent5">
              <a:alpha val="40000"/>
            </a:schemeClr>
          </a:solidFill>
          <a:ln cap="flat" cmpd="sng" w="603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rebuchet MS"/>
              <a:ea typeface="Trebuchet MS"/>
              <a:cs typeface="Trebuchet MS"/>
              <a:sym typeface="Trebuchet MS"/>
            </a:endParaRPr>
          </a:p>
        </p:txBody>
      </p:sp>
      <p:sp>
        <p:nvSpPr>
          <p:cNvPr id="191" name="Google Shape;191;p29"/>
          <p:cNvSpPr txBox="1"/>
          <p:nvPr>
            <p:ph idx="1" type="body"/>
          </p:nvPr>
        </p:nvSpPr>
        <p:spPr>
          <a:xfrm>
            <a:off x="4149139" y="4859469"/>
            <a:ext cx="3924934" cy="490538"/>
          </a:xfrm>
          <a:prstGeom prst="rect">
            <a:avLst/>
          </a:prstGeom>
          <a:noFill/>
          <a:ln>
            <a:noFill/>
          </a:ln>
        </p:spPr>
        <p:txBody>
          <a:bodyPr anchorCtr="0" anchor="t" bIns="45700" lIns="91425" spcFirstLastPara="1" rIns="91425" wrap="square" tIns="45700">
            <a:normAutofit/>
          </a:bodyPr>
          <a:lstStyle>
            <a:lvl1pPr indent="-228600" lvl="0" marL="457200" algn="r">
              <a:spcBef>
                <a:spcPts val="1000"/>
              </a:spcBef>
              <a:spcAft>
                <a:spcPts val="0"/>
              </a:spcAft>
              <a:buSzPts val="1920"/>
              <a:buNone/>
              <a:defRPr b="1" sz="2400">
                <a:solidFill>
                  <a:schemeClr val="accent4"/>
                </a:solidFill>
                <a:latin typeface="Calibri"/>
                <a:ea typeface="Calibri"/>
                <a:cs typeface="Calibri"/>
                <a:sym typeface="Calibri"/>
              </a:defRPr>
            </a:lvl1pPr>
            <a:lvl2pPr indent="-228600" lvl="1" marL="914400" algn="l">
              <a:spcBef>
                <a:spcPts val="1000"/>
              </a:spcBef>
              <a:spcAft>
                <a:spcPts val="0"/>
              </a:spcAft>
              <a:buSzPts val="1280"/>
              <a:buNone/>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92" name="Google Shape;192;p29"/>
          <p:cNvSpPr txBox="1"/>
          <p:nvPr>
            <p:ph type="title"/>
          </p:nvPr>
        </p:nvSpPr>
        <p:spPr>
          <a:xfrm>
            <a:off x="4149139" y="1529685"/>
            <a:ext cx="3924934" cy="1695637"/>
          </a:xfrm>
          <a:prstGeom prst="rect">
            <a:avLst/>
          </a:prstGeom>
          <a:noFill/>
          <a:ln>
            <a:noFill/>
          </a:ln>
        </p:spPr>
        <p:txBody>
          <a:bodyPr anchorCtr="0" anchor="t" bIns="45700" lIns="91425" spcFirstLastPara="1" rIns="91425" wrap="square" tIns="45700">
            <a:normAutofit/>
          </a:bodyPr>
          <a:lstStyle>
            <a:lvl1pPr lvl="0" algn="l">
              <a:spcBef>
                <a:spcPts val="1000"/>
              </a:spcBef>
              <a:spcAft>
                <a:spcPts val="0"/>
              </a:spcAft>
              <a:buClr>
                <a:schemeClr val="lt1"/>
              </a:buClr>
              <a:buSzPts val="4800"/>
              <a:buFont typeface="Trebuchet MS"/>
              <a:buNone/>
              <a:defRPr b="1" sz="480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Quote">
    <p:spTree>
      <p:nvGrpSpPr>
        <p:cNvPr id="213" name="Shape 213"/>
        <p:cNvGrpSpPr/>
        <p:nvPr/>
      </p:nvGrpSpPr>
      <p:grpSpPr>
        <a:xfrm>
          <a:off x="0" y="0"/>
          <a:ext cx="0" cy="0"/>
          <a:chOff x="0" y="0"/>
          <a:chExt cx="0" cy="0"/>
        </a:xfrm>
      </p:grpSpPr>
      <p:sp>
        <p:nvSpPr>
          <p:cNvPr id="214" name="Google Shape;214;h160691dd5ea774ad_0_718"/>
          <p:cNvSpPr txBox="1"/>
          <p:nvPr>
            <p:ph idx="1" type="body"/>
          </p:nvPr>
        </p:nvSpPr>
        <p:spPr>
          <a:xfrm>
            <a:off x="6312871" y="4141999"/>
            <a:ext cx="4220700" cy="861600"/>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600"/>
              <a:buNone/>
              <a:defRPr b="1" sz="2000">
                <a:solidFill>
                  <a:schemeClr val="accent4"/>
                </a:solidFill>
                <a:latin typeface="Trebuchet MS"/>
                <a:ea typeface="Trebuchet MS"/>
                <a:cs typeface="Trebuchet MS"/>
                <a:sym typeface="Trebuchet MS"/>
              </a:defRPr>
            </a:lvl1pPr>
            <a:lvl2pPr indent="-228600" lvl="1" marL="914400" algn="l">
              <a:spcBef>
                <a:spcPts val="1000"/>
              </a:spcBef>
              <a:spcAft>
                <a:spcPts val="0"/>
              </a:spcAft>
              <a:buSzPts val="1600"/>
              <a:buNone/>
              <a:defRPr sz="2000"/>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215" name="Google Shape;215;h160691dd5ea774ad_0_718"/>
          <p:cNvSpPr/>
          <p:nvPr/>
        </p:nvSpPr>
        <p:spPr>
          <a:xfrm>
            <a:off x="740309" y="1382809"/>
            <a:ext cx="1229700" cy="1059900"/>
          </a:xfrm>
          <a:prstGeom prst="hexagon">
            <a:avLst>
              <a:gd fmla="val 25000" name="adj"/>
              <a:gd fmla="val 115470" name="vf"/>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rebuchet MS"/>
              <a:ea typeface="Trebuchet MS"/>
              <a:cs typeface="Trebuchet MS"/>
              <a:sym typeface="Trebuchet MS"/>
            </a:endParaRPr>
          </a:p>
        </p:txBody>
      </p:sp>
      <p:sp>
        <p:nvSpPr>
          <p:cNvPr id="216" name="Google Shape;216;h160691dd5ea774ad_0_718"/>
          <p:cNvSpPr/>
          <p:nvPr/>
        </p:nvSpPr>
        <p:spPr>
          <a:xfrm>
            <a:off x="3755031" y="1194620"/>
            <a:ext cx="1666200" cy="1436400"/>
          </a:xfrm>
          <a:prstGeom prst="hexagon">
            <a:avLst>
              <a:gd fmla="val 25000" name="adj"/>
              <a:gd fmla="val 115470" name="vf"/>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rebuchet MS"/>
              <a:ea typeface="Trebuchet MS"/>
              <a:cs typeface="Trebuchet MS"/>
              <a:sym typeface="Trebuchet MS"/>
            </a:endParaRPr>
          </a:p>
        </p:txBody>
      </p:sp>
      <p:sp>
        <p:nvSpPr>
          <p:cNvPr id="217" name="Google Shape;217;h160691dd5ea774ad_0_718"/>
          <p:cNvSpPr/>
          <p:nvPr/>
        </p:nvSpPr>
        <p:spPr>
          <a:xfrm>
            <a:off x="3804994" y="5233183"/>
            <a:ext cx="718200" cy="619200"/>
          </a:xfrm>
          <a:prstGeom prst="hexagon">
            <a:avLst>
              <a:gd fmla="val 25000" name="adj"/>
              <a:gd fmla="val 115470" name="vf"/>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rebuchet MS"/>
              <a:ea typeface="Trebuchet MS"/>
              <a:cs typeface="Trebuchet MS"/>
              <a:sym typeface="Trebuchet MS"/>
            </a:endParaRPr>
          </a:p>
        </p:txBody>
      </p:sp>
      <p:sp>
        <p:nvSpPr>
          <p:cNvPr id="218" name="Google Shape;218;h160691dd5ea774ad_0_718"/>
          <p:cNvSpPr/>
          <p:nvPr/>
        </p:nvSpPr>
        <p:spPr>
          <a:xfrm>
            <a:off x="1837838" y="1101306"/>
            <a:ext cx="651600" cy="561600"/>
          </a:xfrm>
          <a:prstGeom prst="hexagon">
            <a:avLst>
              <a:gd fmla="val 25000" name="adj"/>
              <a:gd fmla="val 115470" name="vf"/>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rebuchet MS"/>
              <a:ea typeface="Trebuchet MS"/>
              <a:cs typeface="Trebuchet MS"/>
              <a:sym typeface="Trebuchet MS"/>
            </a:endParaRPr>
          </a:p>
        </p:txBody>
      </p:sp>
      <p:sp>
        <p:nvSpPr>
          <p:cNvPr id="219" name="Google Shape;219;h160691dd5ea774ad_0_718"/>
          <p:cNvSpPr/>
          <p:nvPr>
            <p:ph idx="2" type="pic"/>
          </p:nvPr>
        </p:nvSpPr>
        <p:spPr>
          <a:xfrm>
            <a:off x="1571515" y="1914044"/>
            <a:ext cx="3993600" cy="3617700"/>
          </a:xfrm>
          <a:prstGeom prst="rect">
            <a:avLst/>
          </a:prstGeom>
          <a:noFill/>
          <a:ln>
            <a:noFill/>
          </a:ln>
        </p:spPr>
      </p:sp>
      <p:sp>
        <p:nvSpPr>
          <p:cNvPr id="220" name="Google Shape;220;h160691dd5ea774ad_0_718"/>
          <p:cNvSpPr txBox="1"/>
          <p:nvPr>
            <p:ph type="title"/>
          </p:nvPr>
        </p:nvSpPr>
        <p:spPr>
          <a:xfrm>
            <a:off x="6312871" y="2050552"/>
            <a:ext cx="4998600" cy="17490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2800"/>
              <a:buFont typeface="Trebuchet MS"/>
              <a:buNone/>
              <a:defRPr sz="2800">
                <a:solidFill>
                  <a:schemeClr val="dk1"/>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extLst>
    <p:ext uri="{DCECCB84-F9BA-43D5-87BE-67443E8EF086}">
      <p15:sldGuideLst>
        <p15:guide id="1" orient="horz" pos="1272">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221" name="Shape 221"/>
        <p:cNvGrpSpPr/>
        <p:nvPr/>
      </p:nvGrpSpPr>
      <p:grpSpPr>
        <a:xfrm>
          <a:off x="0" y="0"/>
          <a:ext cx="0" cy="0"/>
          <a:chOff x="0" y="0"/>
          <a:chExt cx="0" cy="0"/>
        </a:xfrm>
      </p:grpSpPr>
      <p:sp>
        <p:nvSpPr>
          <p:cNvPr id="222" name="Google Shape;222;h160691dd5ea774ad_0_726"/>
          <p:cNvSpPr txBox="1"/>
          <p:nvPr>
            <p:ph idx="1" type="body"/>
          </p:nvPr>
        </p:nvSpPr>
        <p:spPr>
          <a:xfrm>
            <a:off x="660400" y="2044700"/>
            <a:ext cx="4275000" cy="3560700"/>
          </a:xfrm>
          <a:prstGeom prst="rect">
            <a:avLst/>
          </a:prstGeom>
          <a:noFill/>
          <a:ln>
            <a:noFill/>
          </a:ln>
        </p:spPr>
        <p:txBody>
          <a:bodyPr anchorCtr="0" anchor="t" bIns="45700" lIns="91425" spcFirstLastPara="1" rIns="91425" wrap="square" tIns="45700">
            <a:normAutofit/>
          </a:bodyPr>
          <a:lstStyle>
            <a:lvl1pPr indent="-330200" lvl="0" marL="457200" algn="l">
              <a:spcBef>
                <a:spcPts val="1000"/>
              </a:spcBef>
              <a:spcAft>
                <a:spcPts val="0"/>
              </a:spcAft>
              <a:buClr>
                <a:schemeClr val="accent4"/>
              </a:buClr>
              <a:buSzPts val="1600"/>
              <a:buFont typeface="Noto Sans Symbols"/>
              <a:buChar char="▪"/>
              <a:defRPr sz="2000"/>
            </a:lvl1pPr>
            <a:lvl2pPr indent="-320040" lvl="1" marL="914400" algn="l">
              <a:spcBef>
                <a:spcPts val="1000"/>
              </a:spcBef>
              <a:spcAft>
                <a:spcPts val="0"/>
              </a:spcAft>
              <a:buClr>
                <a:schemeClr val="accent4"/>
              </a:buClr>
              <a:buSzPts val="1440"/>
              <a:buFont typeface="Noto Sans Symbols"/>
              <a:buChar char="▪"/>
              <a:defRPr sz="1800"/>
            </a:lvl2pPr>
            <a:lvl3pPr indent="-309880" lvl="2" marL="1371600" algn="l">
              <a:spcBef>
                <a:spcPts val="1000"/>
              </a:spcBef>
              <a:spcAft>
                <a:spcPts val="0"/>
              </a:spcAft>
              <a:buClr>
                <a:schemeClr val="accent4"/>
              </a:buClr>
              <a:buSzPts val="1280"/>
              <a:buFont typeface="Noto Sans Symbols"/>
              <a:buChar char="▪"/>
              <a:defRPr sz="1600"/>
            </a:lvl3pPr>
            <a:lvl4pPr indent="-309880" lvl="3" marL="1828800" algn="l">
              <a:spcBef>
                <a:spcPts val="1000"/>
              </a:spcBef>
              <a:spcAft>
                <a:spcPts val="0"/>
              </a:spcAft>
              <a:buClr>
                <a:schemeClr val="accent4"/>
              </a:buClr>
              <a:buSzPts val="1280"/>
              <a:buFont typeface="Noto Sans Symbols"/>
              <a:buChar char="▪"/>
              <a:defRPr sz="1600"/>
            </a:lvl4pPr>
            <a:lvl5pPr indent="-309880" lvl="4" marL="2286000" algn="l">
              <a:spcBef>
                <a:spcPts val="1000"/>
              </a:spcBef>
              <a:spcAft>
                <a:spcPts val="0"/>
              </a:spcAft>
              <a:buClr>
                <a:schemeClr val="accent4"/>
              </a:buClr>
              <a:buSzPts val="1280"/>
              <a:buFont typeface="Noto Sans Symbols"/>
              <a:buChar char="▪"/>
              <a:defRPr sz="1600"/>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223" name="Google Shape;223;h160691dd5ea774ad_0_726"/>
          <p:cNvSpPr/>
          <p:nvPr/>
        </p:nvSpPr>
        <p:spPr>
          <a:xfrm>
            <a:off x="9354457" y="5363987"/>
            <a:ext cx="457200" cy="457200"/>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sp>
        <p:nvSpPr>
          <p:cNvPr id="224" name="Google Shape;224;h160691dd5ea774ad_0_726"/>
          <p:cNvSpPr/>
          <p:nvPr/>
        </p:nvSpPr>
        <p:spPr>
          <a:xfrm>
            <a:off x="6692791" y="1699889"/>
            <a:ext cx="319800" cy="3198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sp>
        <p:nvSpPr>
          <p:cNvPr id="225" name="Google Shape;225;h160691dd5ea774ad_0_726"/>
          <p:cNvSpPr/>
          <p:nvPr/>
        </p:nvSpPr>
        <p:spPr>
          <a:xfrm>
            <a:off x="9354457" y="5897738"/>
            <a:ext cx="180000" cy="18000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sp>
        <p:nvSpPr>
          <p:cNvPr id="226" name="Google Shape;226;h160691dd5ea774ad_0_726"/>
          <p:cNvSpPr/>
          <p:nvPr>
            <p:ph idx="2" type="pic"/>
          </p:nvPr>
        </p:nvSpPr>
        <p:spPr>
          <a:xfrm>
            <a:off x="7090227" y="786181"/>
            <a:ext cx="4441500" cy="5393100"/>
          </a:xfrm>
          <a:prstGeom prst="rect">
            <a:avLst/>
          </a:prstGeom>
          <a:noFill/>
          <a:ln>
            <a:noFill/>
          </a:ln>
        </p:spPr>
      </p:sp>
      <p:sp>
        <p:nvSpPr>
          <p:cNvPr id="227" name="Google Shape;227;h160691dd5ea774ad_0_726"/>
          <p:cNvSpPr txBox="1"/>
          <p:nvPr>
            <p:ph type="title"/>
          </p:nvPr>
        </p:nvSpPr>
        <p:spPr>
          <a:xfrm>
            <a:off x="660400" y="805213"/>
            <a:ext cx="4275000" cy="8310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800"/>
              <a:buFont typeface="Trebuchet MS"/>
              <a:buNone/>
              <a:defRPr b="1" sz="4800">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extLst>
    <p:ext uri="{DCECCB84-F9BA-43D5-87BE-67443E8EF086}">
      <p15:sldGuideLst>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roduction">
  <p:cSld name="Introduction">
    <p:spTree>
      <p:nvGrpSpPr>
        <p:cNvPr id="228" name="Shape 228"/>
        <p:cNvGrpSpPr/>
        <p:nvPr/>
      </p:nvGrpSpPr>
      <p:grpSpPr>
        <a:xfrm>
          <a:off x="0" y="0"/>
          <a:ext cx="0" cy="0"/>
          <a:chOff x="0" y="0"/>
          <a:chExt cx="0" cy="0"/>
        </a:xfrm>
      </p:grpSpPr>
      <p:sp>
        <p:nvSpPr>
          <p:cNvPr id="229" name="Google Shape;229;h160691dd5ea774ad_0_733"/>
          <p:cNvSpPr/>
          <p:nvPr/>
        </p:nvSpPr>
        <p:spPr>
          <a:xfrm>
            <a:off x="7362825" y="443263"/>
            <a:ext cx="362100" cy="362100"/>
          </a:xfrm>
          <a:prstGeom prst="ellipse">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5"/>
              </a:solidFill>
              <a:latin typeface="Trebuchet MS"/>
              <a:ea typeface="Trebuchet MS"/>
              <a:cs typeface="Trebuchet MS"/>
              <a:sym typeface="Trebuchet MS"/>
            </a:endParaRPr>
          </a:p>
        </p:txBody>
      </p:sp>
      <p:sp>
        <p:nvSpPr>
          <p:cNvPr id="230" name="Google Shape;230;h160691dd5ea774ad_0_733"/>
          <p:cNvSpPr/>
          <p:nvPr/>
        </p:nvSpPr>
        <p:spPr>
          <a:xfrm>
            <a:off x="11007246" y="5605994"/>
            <a:ext cx="654300" cy="654300"/>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5"/>
              </a:solidFill>
              <a:latin typeface="Trebuchet MS"/>
              <a:ea typeface="Trebuchet MS"/>
              <a:cs typeface="Trebuchet MS"/>
              <a:sym typeface="Trebuchet MS"/>
            </a:endParaRPr>
          </a:p>
        </p:txBody>
      </p:sp>
      <p:sp>
        <p:nvSpPr>
          <p:cNvPr id="231" name="Google Shape;231;h160691dd5ea774ad_0_733"/>
          <p:cNvSpPr/>
          <p:nvPr/>
        </p:nvSpPr>
        <p:spPr>
          <a:xfrm>
            <a:off x="10683791" y="6132439"/>
            <a:ext cx="251100" cy="251100"/>
          </a:xfrm>
          <a:prstGeom prst="ellipse">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5"/>
              </a:solidFill>
              <a:latin typeface="Trebuchet MS"/>
              <a:ea typeface="Trebuchet MS"/>
              <a:cs typeface="Trebuchet MS"/>
              <a:sym typeface="Trebuchet MS"/>
            </a:endParaRPr>
          </a:p>
        </p:txBody>
      </p:sp>
      <p:sp>
        <p:nvSpPr>
          <p:cNvPr id="232" name="Google Shape;232;h160691dd5ea774ad_0_733"/>
          <p:cNvSpPr/>
          <p:nvPr>
            <p:ph idx="2" type="pic"/>
          </p:nvPr>
        </p:nvSpPr>
        <p:spPr>
          <a:xfrm>
            <a:off x="5733416" y="624239"/>
            <a:ext cx="5855700" cy="5631600"/>
          </a:xfrm>
          <a:prstGeom prst="rect">
            <a:avLst/>
          </a:prstGeom>
          <a:noFill/>
          <a:ln>
            <a:noFill/>
          </a:ln>
        </p:spPr>
      </p:sp>
      <p:sp>
        <p:nvSpPr>
          <p:cNvPr id="233" name="Google Shape;233;h160691dd5ea774ad_0_733"/>
          <p:cNvSpPr txBox="1"/>
          <p:nvPr>
            <p:ph idx="1" type="body"/>
          </p:nvPr>
        </p:nvSpPr>
        <p:spPr>
          <a:xfrm>
            <a:off x="660400" y="2044700"/>
            <a:ext cx="4275000" cy="3560700"/>
          </a:xfrm>
          <a:prstGeom prst="rect">
            <a:avLst/>
          </a:prstGeom>
          <a:noFill/>
          <a:ln>
            <a:noFill/>
          </a:ln>
        </p:spPr>
        <p:txBody>
          <a:bodyPr anchorCtr="0" anchor="t" bIns="45700" lIns="91425" spcFirstLastPara="1" rIns="91425" wrap="square" tIns="45700">
            <a:normAutofit/>
          </a:bodyPr>
          <a:lstStyle>
            <a:lvl1pPr indent="-330200" lvl="0" marL="457200" algn="l">
              <a:lnSpc>
                <a:spcPct val="150000"/>
              </a:lnSpc>
              <a:spcBef>
                <a:spcPts val="1000"/>
              </a:spcBef>
              <a:spcAft>
                <a:spcPts val="0"/>
              </a:spcAft>
              <a:buClr>
                <a:schemeClr val="accent4"/>
              </a:buClr>
              <a:buSzPts val="1600"/>
              <a:buFont typeface="Noto Sans Symbols"/>
              <a:buChar char="▪"/>
              <a:defRPr sz="2000"/>
            </a:lvl1pPr>
            <a:lvl2pPr indent="-330200" lvl="1" marL="914400" algn="l">
              <a:spcBef>
                <a:spcPts val="1000"/>
              </a:spcBef>
              <a:spcAft>
                <a:spcPts val="0"/>
              </a:spcAft>
              <a:buClr>
                <a:schemeClr val="accent4"/>
              </a:buClr>
              <a:buSzPts val="1600"/>
              <a:buFont typeface="Noto Sans Symbols"/>
              <a:buChar char="▪"/>
              <a:defRPr sz="2000"/>
            </a:lvl2pPr>
            <a:lvl3pPr indent="-320040" lvl="2" marL="1371600" algn="l">
              <a:spcBef>
                <a:spcPts val="1000"/>
              </a:spcBef>
              <a:spcAft>
                <a:spcPts val="0"/>
              </a:spcAft>
              <a:buClr>
                <a:schemeClr val="accent4"/>
              </a:buClr>
              <a:buSzPts val="1440"/>
              <a:buFont typeface="Noto Sans Symbols"/>
              <a:buChar char="▪"/>
              <a:defRPr sz="1800"/>
            </a:lvl3pPr>
            <a:lvl4pPr indent="-320040" lvl="3" marL="1828800" algn="l">
              <a:spcBef>
                <a:spcPts val="1000"/>
              </a:spcBef>
              <a:spcAft>
                <a:spcPts val="0"/>
              </a:spcAft>
              <a:buClr>
                <a:schemeClr val="accent4"/>
              </a:buClr>
              <a:buSzPts val="1440"/>
              <a:buFont typeface="Noto Sans Symbols"/>
              <a:buChar char="▪"/>
              <a:defRPr sz="1800"/>
            </a:lvl4pPr>
            <a:lvl5pPr indent="-320040" lvl="4" marL="2286000" algn="l">
              <a:spcBef>
                <a:spcPts val="1000"/>
              </a:spcBef>
              <a:spcAft>
                <a:spcPts val="0"/>
              </a:spcAft>
              <a:buClr>
                <a:schemeClr val="accent4"/>
              </a:buClr>
              <a:buSzPts val="1440"/>
              <a:buFont typeface="Noto Sans Symbols"/>
              <a:buChar char="▪"/>
              <a:defRPr sz="1800"/>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234" name="Google Shape;234;h160691dd5ea774ad_0_733"/>
          <p:cNvSpPr txBox="1"/>
          <p:nvPr>
            <p:ph type="title"/>
          </p:nvPr>
        </p:nvSpPr>
        <p:spPr>
          <a:xfrm>
            <a:off x="660400" y="805213"/>
            <a:ext cx="4275000" cy="8310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800"/>
              <a:buFont typeface="Trebuchet MS"/>
              <a:buNone/>
              <a:defRPr b="1" sz="4800">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extLst>
    <p:ext uri="{DCECCB84-F9BA-43D5-87BE-67443E8EF086}">
      <p15:sldGuideLst>
        <p15:guide id="1" orient="horz" pos="216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p:cSld name="Team">
    <p:spTree>
      <p:nvGrpSpPr>
        <p:cNvPr id="235" name="Shape 235"/>
        <p:cNvGrpSpPr/>
        <p:nvPr/>
      </p:nvGrpSpPr>
      <p:grpSpPr>
        <a:xfrm>
          <a:off x="0" y="0"/>
          <a:ext cx="0" cy="0"/>
          <a:chOff x="0" y="0"/>
          <a:chExt cx="0" cy="0"/>
        </a:xfrm>
      </p:grpSpPr>
      <p:sp>
        <p:nvSpPr>
          <p:cNvPr id="236" name="Google Shape;236;h160691dd5ea774ad_0_740"/>
          <p:cNvSpPr/>
          <p:nvPr>
            <p:ph idx="2" type="pic"/>
          </p:nvPr>
        </p:nvSpPr>
        <p:spPr>
          <a:xfrm>
            <a:off x="5353508" y="2555551"/>
            <a:ext cx="1485000" cy="1280100"/>
          </a:xfrm>
          <a:prstGeom prst="rect">
            <a:avLst/>
          </a:prstGeom>
          <a:noFill/>
          <a:ln>
            <a:noFill/>
          </a:ln>
        </p:spPr>
      </p:sp>
      <p:sp>
        <p:nvSpPr>
          <p:cNvPr id="237" name="Google Shape;237;h160691dd5ea774ad_0_740"/>
          <p:cNvSpPr/>
          <p:nvPr>
            <p:ph idx="3" type="pic"/>
          </p:nvPr>
        </p:nvSpPr>
        <p:spPr>
          <a:xfrm>
            <a:off x="3115921" y="2555551"/>
            <a:ext cx="1485000" cy="1280100"/>
          </a:xfrm>
          <a:prstGeom prst="rect">
            <a:avLst/>
          </a:prstGeom>
          <a:noFill/>
          <a:ln>
            <a:noFill/>
          </a:ln>
        </p:spPr>
      </p:sp>
      <p:sp>
        <p:nvSpPr>
          <p:cNvPr id="238" name="Google Shape;238;h160691dd5ea774ad_0_740"/>
          <p:cNvSpPr/>
          <p:nvPr>
            <p:ph idx="4" type="pic"/>
          </p:nvPr>
        </p:nvSpPr>
        <p:spPr>
          <a:xfrm>
            <a:off x="7602465" y="2555551"/>
            <a:ext cx="1485000" cy="1280100"/>
          </a:xfrm>
          <a:prstGeom prst="rect">
            <a:avLst/>
          </a:prstGeom>
          <a:noFill/>
          <a:ln>
            <a:noFill/>
          </a:ln>
        </p:spPr>
      </p:sp>
      <p:sp>
        <p:nvSpPr>
          <p:cNvPr id="239" name="Google Shape;239;h160691dd5ea774ad_0_740"/>
          <p:cNvSpPr/>
          <p:nvPr>
            <p:ph idx="5" type="pic"/>
          </p:nvPr>
        </p:nvSpPr>
        <p:spPr>
          <a:xfrm>
            <a:off x="9840051" y="2555551"/>
            <a:ext cx="1485000" cy="1280100"/>
          </a:xfrm>
          <a:prstGeom prst="rect">
            <a:avLst/>
          </a:prstGeom>
          <a:noFill/>
          <a:ln>
            <a:noFill/>
          </a:ln>
        </p:spPr>
      </p:sp>
      <p:sp>
        <p:nvSpPr>
          <p:cNvPr id="240" name="Google Shape;240;h160691dd5ea774ad_0_740"/>
          <p:cNvSpPr txBox="1"/>
          <p:nvPr>
            <p:ph type="title"/>
          </p:nvPr>
        </p:nvSpPr>
        <p:spPr>
          <a:xfrm>
            <a:off x="432000" y="647700"/>
            <a:ext cx="11340000" cy="7002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1" name="Google Shape;241;h160691dd5ea774ad_0_740"/>
          <p:cNvSpPr/>
          <p:nvPr/>
        </p:nvSpPr>
        <p:spPr>
          <a:xfrm>
            <a:off x="546669" y="3467555"/>
            <a:ext cx="458400" cy="395100"/>
          </a:xfrm>
          <a:prstGeom prst="hexagon">
            <a:avLst>
              <a:gd fmla="val 25000" name="adj"/>
              <a:gd fmla="val 115470" name="vf"/>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sp>
        <p:nvSpPr>
          <p:cNvPr id="242" name="Google Shape;242;h160691dd5ea774ad_0_740"/>
          <p:cNvSpPr/>
          <p:nvPr/>
        </p:nvSpPr>
        <p:spPr>
          <a:xfrm>
            <a:off x="11113337" y="2394722"/>
            <a:ext cx="358500" cy="309000"/>
          </a:xfrm>
          <a:prstGeom prst="hexagon">
            <a:avLst>
              <a:gd fmla="val 25000" name="adj"/>
              <a:gd fmla="val 115470" name="vf"/>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sp>
        <p:nvSpPr>
          <p:cNvPr id="243" name="Google Shape;243;h160691dd5ea774ad_0_740"/>
          <p:cNvSpPr/>
          <p:nvPr/>
        </p:nvSpPr>
        <p:spPr>
          <a:xfrm>
            <a:off x="10882649" y="2202202"/>
            <a:ext cx="230700" cy="198900"/>
          </a:xfrm>
          <a:prstGeom prst="hexagon">
            <a:avLst>
              <a:gd fmla="val 25000" name="adj"/>
              <a:gd fmla="val 115470" name="vf"/>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sp>
        <p:nvSpPr>
          <p:cNvPr id="244" name="Google Shape;244;h160691dd5ea774ad_0_740"/>
          <p:cNvSpPr txBox="1"/>
          <p:nvPr>
            <p:ph idx="1" type="body"/>
          </p:nvPr>
        </p:nvSpPr>
        <p:spPr>
          <a:xfrm>
            <a:off x="546668" y="4172761"/>
            <a:ext cx="2139600" cy="344400"/>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600"/>
              <a:buNone/>
              <a:defRPr b="1" sz="2000">
                <a:solidFill>
                  <a:schemeClr val="accent4"/>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245" name="Google Shape;245;h160691dd5ea774ad_0_740"/>
          <p:cNvSpPr txBox="1"/>
          <p:nvPr>
            <p:ph idx="6" type="body"/>
          </p:nvPr>
        </p:nvSpPr>
        <p:spPr>
          <a:xfrm>
            <a:off x="556692" y="4588259"/>
            <a:ext cx="2139600" cy="344400"/>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280"/>
              <a:buNone/>
              <a:defRPr sz="1600">
                <a:solidFill>
                  <a:schemeClr val="dk1"/>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246" name="Google Shape;246;h160691dd5ea774ad_0_740"/>
          <p:cNvSpPr txBox="1"/>
          <p:nvPr>
            <p:ph idx="7" type="body"/>
          </p:nvPr>
        </p:nvSpPr>
        <p:spPr>
          <a:xfrm>
            <a:off x="2789482" y="4172761"/>
            <a:ext cx="2139600" cy="344400"/>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600"/>
              <a:buNone/>
              <a:defRPr b="1" sz="2000">
                <a:solidFill>
                  <a:schemeClr val="accent4"/>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247" name="Google Shape;247;h160691dd5ea774ad_0_740"/>
          <p:cNvSpPr txBox="1"/>
          <p:nvPr>
            <p:ph idx="8" type="body"/>
          </p:nvPr>
        </p:nvSpPr>
        <p:spPr>
          <a:xfrm>
            <a:off x="2789483" y="4588259"/>
            <a:ext cx="2139600" cy="344400"/>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280"/>
              <a:buNone/>
              <a:defRPr sz="1600">
                <a:solidFill>
                  <a:schemeClr val="dk1"/>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248" name="Google Shape;248;h160691dd5ea774ad_0_740"/>
          <p:cNvSpPr txBox="1"/>
          <p:nvPr>
            <p:ph idx="9" type="body"/>
          </p:nvPr>
        </p:nvSpPr>
        <p:spPr>
          <a:xfrm>
            <a:off x="5032296" y="4172761"/>
            <a:ext cx="2139600" cy="344400"/>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600"/>
              <a:buNone/>
              <a:defRPr b="1" sz="2000">
                <a:solidFill>
                  <a:schemeClr val="accent4"/>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249" name="Google Shape;249;h160691dd5ea774ad_0_740"/>
          <p:cNvSpPr txBox="1"/>
          <p:nvPr>
            <p:ph idx="13" type="body"/>
          </p:nvPr>
        </p:nvSpPr>
        <p:spPr>
          <a:xfrm>
            <a:off x="5029201" y="4588259"/>
            <a:ext cx="2139600" cy="344400"/>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280"/>
              <a:buNone/>
              <a:defRPr sz="1600">
                <a:solidFill>
                  <a:schemeClr val="dk1"/>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250" name="Google Shape;250;h160691dd5ea774ad_0_740"/>
          <p:cNvSpPr txBox="1"/>
          <p:nvPr>
            <p:ph idx="14" type="body"/>
          </p:nvPr>
        </p:nvSpPr>
        <p:spPr>
          <a:xfrm>
            <a:off x="7275110" y="4172761"/>
            <a:ext cx="2139600" cy="344400"/>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600"/>
              <a:buNone/>
              <a:defRPr b="1" sz="2000">
                <a:solidFill>
                  <a:schemeClr val="accent4"/>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251" name="Google Shape;251;h160691dd5ea774ad_0_740"/>
          <p:cNvSpPr txBox="1"/>
          <p:nvPr>
            <p:ph idx="15" type="body"/>
          </p:nvPr>
        </p:nvSpPr>
        <p:spPr>
          <a:xfrm>
            <a:off x="7275111" y="4588259"/>
            <a:ext cx="2139600" cy="344400"/>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280"/>
              <a:buNone/>
              <a:defRPr sz="1600">
                <a:solidFill>
                  <a:schemeClr val="dk1"/>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252" name="Google Shape;252;h160691dd5ea774ad_0_740"/>
          <p:cNvSpPr txBox="1"/>
          <p:nvPr>
            <p:ph idx="16" type="body"/>
          </p:nvPr>
        </p:nvSpPr>
        <p:spPr>
          <a:xfrm>
            <a:off x="9517923" y="4172761"/>
            <a:ext cx="2139600" cy="344400"/>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600"/>
              <a:buNone/>
              <a:defRPr b="1" sz="2000">
                <a:solidFill>
                  <a:schemeClr val="accent4"/>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253" name="Google Shape;253;h160691dd5ea774ad_0_740"/>
          <p:cNvSpPr txBox="1"/>
          <p:nvPr>
            <p:ph idx="17" type="body"/>
          </p:nvPr>
        </p:nvSpPr>
        <p:spPr>
          <a:xfrm>
            <a:off x="9517923" y="4588259"/>
            <a:ext cx="2139600" cy="344400"/>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280"/>
              <a:buNone/>
              <a:defRPr sz="1600">
                <a:solidFill>
                  <a:schemeClr val="dk1"/>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254" name="Google Shape;254;h160691dd5ea774ad_0_740"/>
          <p:cNvSpPr/>
          <p:nvPr>
            <p:ph idx="18" type="pic"/>
          </p:nvPr>
        </p:nvSpPr>
        <p:spPr>
          <a:xfrm>
            <a:off x="878337" y="2555551"/>
            <a:ext cx="1485000" cy="1280100"/>
          </a:xfrm>
          <a:prstGeom prst="rect">
            <a:avLst/>
          </a:prstGeom>
          <a:noFill/>
          <a:ln>
            <a:noFill/>
          </a:ln>
        </p:spPr>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255" name="Shape 255"/>
        <p:cNvGrpSpPr/>
        <p:nvPr/>
      </p:nvGrpSpPr>
      <p:grpSpPr>
        <a:xfrm>
          <a:off x="0" y="0"/>
          <a:ext cx="0" cy="0"/>
          <a:chOff x="0" y="0"/>
          <a:chExt cx="0" cy="0"/>
        </a:xfrm>
      </p:grpSpPr>
      <p:grpSp>
        <p:nvGrpSpPr>
          <p:cNvPr id="256" name="Google Shape;256;h160691dd5ea774ad_0_760"/>
          <p:cNvGrpSpPr/>
          <p:nvPr/>
        </p:nvGrpSpPr>
        <p:grpSpPr>
          <a:xfrm>
            <a:off x="0" y="-8467"/>
            <a:ext cx="12192133" cy="6866580"/>
            <a:chOff x="0" y="-8467"/>
            <a:chExt cx="12192133" cy="6866580"/>
          </a:xfrm>
        </p:grpSpPr>
        <p:sp>
          <p:nvSpPr>
            <p:cNvPr id="257" name="Google Shape;257;h160691dd5ea774ad_0_760"/>
            <p:cNvSpPr/>
            <p:nvPr/>
          </p:nvSpPr>
          <p:spPr>
            <a:xfrm>
              <a:off x="0" y="-7862"/>
              <a:ext cx="863600" cy="5698067"/>
            </a:xfrm>
            <a:custGeom>
              <a:rect b="b" l="l" r="r" t="t"/>
              <a:pathLst>
                <a:path extrusionOk="0" h="5698067" w="863600">
                  <a:moveTo>
                    <a:pt x="0" y="8467"/>
                  </a:moveTo>
                  <a:lnTo>
                    <a:pt x="863600" y="0"/>
                  </a:lnTo>
                  <a:lnTo>
                    <a:pt x="863600" y="16934"/>
                  </a:lnTo>
                  <a:lnTo>
                    <a:pt x="0" y="5698067"/>
                  </a:lnTo>
                  <a:lnTo>
                    <a:pt x="0" y="8467"/>
                  </a:lnTo>
                  <a:close/>
                </a:path>
              </a:pathLst>
            </a:custGeom>
            <a:solidFill>
              <a:schemeClr val="accent1">
                <a:alpha val="70200"/>
              </a:schemeClr>
            </a:solidFill>
            <a:ln>
              <a:noFill/>
            </a:ln>
          </p:spPr>
        </p:sp>
        <p:cxnSp>
          <p:nvCxnSpPr>
            <p:cNvPr id="258" name="Google Shape;258;h160691dd5ea774ad_0_760"/>
            <p:cNvCxnSpPr/>
            <p:nvPr/>
          </p:nvCxnSpPr>
          <p:spPr>
            <a:xfrm>
              <a:off x="9371012" y="0"/>
              <a:ext cx="1219200" cy="6858000"/>
            </a:xfrm>
            <a:prstGeom prst="straightConnector1">
              <a:avLst/>
            </a:prstGeom>
            <a:noFill/>
            <a:ln cap="flat" cmpd="sng" w="9525">
              <a:solidFill>
                <a:schemeClr val="accent1">
                  <a:alpha val="70200"/>
                </a:schemeClr>
              </a:solidFill>
              <a:prstDash val="solid"/>
              <a:round/>
              <a:headEnd len="sm" w="sm" type="none"/>
              <a:tailEnd len="sm" w="sm" type="none"/>
            </a:ln>
          </p:spPr>
        </p:cxnSp>
        <p:cxnSp>
          <p:nvCxnSpPr>
            <p:cNvPr id="259" name="Google Shape;259;h160691dd5ea774ad_0_760"/>
            <p:cNvCxnSpPr/>
            <p:nvPr/>
          </p:nvCxnSpPr>
          <p:spPr>
            <a:xfrm flipH="1">
              <a:off x="7425125" y="3681413"/>
              <a:ext cx="4763700" cy="3176700"/>
            </a:xfrm>
            <a:prstGeom prst="straightConnector1">
              <a:avLst/>
            </a:prstGeom>
            <a:noFill/>
            <a:ln cap="flat" cmpd="sng" w="9525">
              <a:solidFill>
                <a:schemeClr val="accent1">
                  <a:alpha val="70200"/>
                </a:schemeClr>
              </a:solidFill>
              <a:prstDash val="solid"/>
              <a:round/>
              <a:headEnd len="sm" w="sm" type="none"/>
              <a:tailEnd len="sm" w="sm" type="none"/>
            </a:ln>
          </p:spPr>
        </p:cxnSp>
        <p:sp>
          <p:nvSpPr>
            <p:cNvPr id="260" name="Google Shape;260;h160691dd5ea774ad_0_760"/>
            <p:cNvSpPr/>
            <p:nvPr/>
          </p:nvSpPr>
          <p:spPr>
            <a:xfrm>
              <a:off x="9181476" y="-8467"/>
              <a:ext cx="3007349" cy="6866467"/>
            </a:xfrm>
            <a:custGeom>
              <a:rect b="b" l="l" r="r" t="t"/>
              <a:pathLst>
                <a:path extrusionOk="0" h="6866467" w="3007349">
                  <a:moveTo>
                    <a:pt x="2045532" y="0"/>
                  </a:moveTo>
                  <a:lnTo>
                    <a:pt x="3007349" y="0"/>
                  </a:lnTo>
                  <a:lnTo>
                    <a:pt x="3007349" y="6866467"/>
                  </a:lnTo>
                  <a:lnTo>
                    <a:pt x="0" y="6866467"/>
                  </a:lnTo>
                  <a:lnTo>
                    <a:pt x="2045532" y="0"/>
                  </a:lnTo>
                  <a:close/>
                </a:path>
              </a:pathLst>
            </a:custGeom>
            <a:solidFill>
              <a:schemeClr val="accent1">
                <a:alpha val="36080"/>
              </a:schemeClr>
            </a:solidFill>
            <a:ln>
              <a:noFill/>
            </a:ln>
          </p:spPr>
        </p:sp>
        <p:sp>
          <p:nvSpPr>
            <p:cNvPr id="261" name="Google Shape;261;h160691dd5ea774ad_0_760"/>
            <p:cNvSpPr/>
            <p:nvPr/>
          </p:nvSpPr>
          <p:spPr>
            <a:xfrm>
              <a:off x="9603442" y="-8467"/>
              <a:ext cx="2586178" cy="6866467"/>
            </a:xfrm>
            <a:custGeom>
              <a:rect b="b" l="l" r="r" t="t"/>
              <a:pathLst>
                <a:path extrusionOk="0" h="6866467" w="2573311">
                  <a:moveTo>
                    <a:pt x="0" y="0"/>
                  </a:moveTo>
                  <a:lnTo>
                    <a:pt x="2573311" y="0"/>
                  </a:lnTo>
                  <a:lnTo>
                    <a:pt x="2573311" y="6866467"/>
                  </a:lnTo>
                  <a:lnTo>
                    <a:pt x="1202336" y="6866467"/>
                  </a:lnTo>
                  <a:lnTo>
                    <a:pt x="0" y="0"/>
                  </a:lnTo>
                  <a:close/>
                </a:path>
              </a:pathLst>
            </a:custGeom>
            <a:solidFill>
              <a:schemeClr val="accent1">
                <a:alpha val="20000"/>
              </a:schemeClr>
            </a:solidFill>
            <a:ln>
              <a:noFill/>
            </a:ln>
          </p:spPr>
        </p:sp>
        <p:sp>
          <p:nvSpPr>
            <p:cNvPr id="262" name="Google Shape;262;h160691dd5ea774ad_0_760"/>
            <p:cNvSpPr/>
            <p:nvPr/>
          </p:nvSpPr>
          <p:spPr>
            <a:xfrm>
              <a:off x="8932333" y="3048000"/>
              <a:ext cx="3259800" cy="3810000"/>
            </a:xfrm>
            <a:prstGeom prst="triangle">
              <a:avLst>
                <a:gd fmla="val 100000" name="adj"/>
              </a:avLst>
            </a:prstGeom>
            <a:solidFill>
              <a:srgbClr val="16B0E3">
                <a:alpha val="658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h160691dd5ea774ad_0_760"/>
            <p:cNvSpPr/>
            <p:nvPr/>
          </p:nvSpPr>
          <p:spPr>
            <a:xfrm>
              <a:off x="9334500" y="-8467"/>
              <a:ext cx="2850868" cy="6866467"/>
            </a:xfrm>
            <a:custGeom>
              <a:rect b="b" l="l" r="r" t="t"/>
              <a:pathLst>
                <a:path extrusionOk="0" h="6866467" w="2858013">
                  <a:moveTo>
                    <a:pt x="0" y="0"/>
                  </a:moveTo>
                  <a:lnTo>
                    <a:pt x="2858013" y="0"/>
                  </a:lnTo>
                  <a:lnTo>
                    <a:pt x="2858013" y="6866467"/>
                  </a:lnTo>
                  <a:lnTo>
                    <a:pt x="2473942" y="6866467"/>
                  </a:lnTo>
                  <a:lnTo>
                    <a:pt x="0" y="0"/>
                  </a:lnTo>
                  <a:close/>
                </a:path>
              </a:pathLst>
            </a:custGeom>
            <a:solidFill>
              <a:srgbClr val="16B0E3">
                <a:alpha val="50200"/>
              </a:srgbClr>
            </a:solidFill>
            <a:ln>
              <a:noFill/>
            </a:ln>
          </p:spPr>
        </p:sp>
        <p:sp>
          <p:nvSpPr>
            <p:cNvPr id="264" name="Google Shape;264;h160691dd5ea774ad_0_760"/>
            <p:cNvSpPr/>
            <p:nvPr/>
          </p:nvSpPr>
          <p:spPr>
            <a:xfrm>
              <a:off x="10898730" y="-8467"/>
              <a:ext cx="1290094" cy="6858000"/>
            </a:xfrm>
            <a:custGeom>
              <a:rect b="b" l="l" r="r" t="t"/>
              <a:pathLst>
                <a:path extrusionOk="0" h="6858000" w="1290094">
                  <a:moveTo>
                    <a:pt x="1019735" y="0"/>
                  </a:moveTo>
                  <a:lnTo>
                    <a:pt x="1290094" y="0"/>
                  </a:lnTo>
                  <a:lnTo>
                    <a:pt x="1290094" y="6858000"/>
                  </a:lnTo>
                  <a:lnTo>
                    <a:pt x="0" y="6858000"/>
                  </a:lnTo>
                  <a:lnTo>
                    <a:pt x="1019735" y="0"/>
                  </a:lnTo>
                  <a:close/>
                </a:path>
              </a:pathLst>
            </a:custGeom>
            <a:solidFill>
              <a:schemeClr val="accent2">
                <a:alpha val="70200"/>
              </a:schemeClr>
            </a:solidFill>
            <a:ln>
              <a:noFill/>
            </a:ln>
          </p:spPr>
        </p:sp>
        <p:sp>
          <p:nvSpPr>
            <p:cNvPr id="265" name="Google Shape;265;h160691dd5ea774ad_0_760"/>
            <p:cNvSpPr/>
            <p:nvPr/>
          </p:nvSpPr>
          <p:spPr>
            <a:xfrm>
              <a:off x="10938999" y="-8467"/>
              <a:ext cx="1249825" cy="6858000"/>
            </a:xfrm>
            <a:custGeom>
              <a:rect b="b" l="l" r="r" t="t"/>
              <a:pathLst>
                <a:path extrusionOk="0" h="6858000" w="1249825">
                  <a:moveTo>
                    <a:pt x="0" y="0"/>
                  </a:moveTo>
                  <a:lnTo>
                    <a:pt x="1249825" y="0"/>
                  </a:lnTo>
                  <a:lnTo>
                    <a:pt x="1249825" y="6858000"/>
                  </a:lnTo>
                  <a:lnTo>
                    <a:pt x="1109382" y="6858000"/>
                  </a:lnTo>
                  <a:lnTo>
                    <a:pt x="0" y="0"/>
                  </a:lnTo>
                  <a:close/>
                </a:path>
              </a:pathLst>
            </a:custGeom>
            <a:solidFill>
              <a:srgbClr val="226292">
                <a:alpha val="80000"/>
              </a:srgbClr>
            </a:solidFill>
            <a:ln>
              <a:noFill/>
            </a:ln>
          </p:spPr>
        </p:sp>
        <p:sp>
          <p:nvSpPr>
            <p:cNvPr id="266" name="Google Shape;266;h160691dd5ea774ad_0_760"/>
            <p:cNvSpPr/>
            <p:nvPr/>
          </p:nvSpPr>
          <p:spPr>
            <a:xfrm>
              <a:off x="10371666" y="3589867"/>
              <a:ext cx="1817100" cy="3268200"/>
            </a:xfrm>
            <a:prstGeom prst="triangle">
              <a:avLst>
                <a:gd fmla="val 100000" name="adj"/>
              </a:avLst>
            </a:prstGeom>
            <a:solidFill>
              <a:srgbClr val="16B0E3">
                <a:alpha val="658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7" name="Google Shape;267;h160691dd5ea774ad_0_760"/>
          <p:cNvSpPr txBox="1"/>
          <p:nvPr>
            <p:ph type="ctrTitle"/>
          </p:nvPr>
        </p:nvSpPr>
        <p:spPr>
          <a:xfrm>
            <a:off x="1507067" y="2404534"/>
            <a:ext cx="7767000" cy="164640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Clr>
                <a:schemeClr val="accent1"/>
              </a:buClr>
              <a:buSzPts val="5400"/>
              <a:buFont typeface="Trebuchet MS"/>
              <a:buNone/>
              <a:defRPr sz="5400">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8" name="Google Shape;268;h160691dd5ea774ad_0_760"/>
          <p:cNvSpPr txBox="1"/>
          <p:nvPr>
            <p:ph idx="1" type="subTitle"/>
          </p:nvPr>
        </p:nvSpPr>
        <p:spPr>
          <a:xfrm>
            <a:off x="1507067" y="4050833"/>
            <a:ext cx="7767000" cy="1096800"/>
          </a:xfrm>
          <a:prstGeom prst="rect">
            <a:avLst/>
          </a:prstGeom>
          <a:noFill/>
          <a:ln>
            <a:noFill/>
          </a:ln>
        </p:spPr>
        <p:txBody>
          <a:bodyPr anchorCtr="0" anchor="t" bIns="45700" lIns="91425" spcFirstLastPara="1" rIns="91425" wrap="square" tIns="45700">
            <a:normAutofit/>
          </a:bodyPr>
          <a:lstStyle>
            <a:lvl1pPr lvl="0" algn="r">
              <a:spcBef>
                <a:spcPts val="1000"/>
              </a:spcBef>
              <a:spcAft>
                <a:spcPts val="0"/>
              </a:spcAft>
              <a:buSzPts val="1440"/>
              <a:buNone/>
              <a:defRPr>
                <a:solidFill>
                  <a:srgbClr val="7F7F7F"/>
                </a:solidFill>
              </a:defRPr>
            </a:lvl1pPr>
            <a:lvl2pPr lvl="1" algn="ctr">
              <a:spcBef>
                <a:spcPts val="1000"/>
              </a:spcBef>
              <a:spcAft>
                <a:spcPts val="0"/>
              </a:spcAft>
              <a:buSzPts val="1280"/>
              <a:buNone/>
              <a:defRPr>
                <a:solidFill>
                  <a:srgbClr val="888888"/>
                </a:solidFill>
              </a:defRPr>
            </a:lvl2pPr>
            <a:lvl3pPr lvl="2" algn="ctr">
              <a:spcBef>
                <a:spcPts val="1000"/>
              </a:spcBef>
              <a:spcAft>
                <a:spcPts val="0"/>
              </a:spcAft>
              <a:buSzPts val="1120"/>
              <a:buNone/>
              <a:defRPr>
                <a:solidFill>
                  <a:srgbClr val="888888"/>
                </a:solidFill>
              </a:defRPr>
            </a:lvl3pPr>
            <a:lvl4pPr lvl="3" algn="ctr">
              <a:spcBef>
                <a:spcPts val="1000"/>
              </a:spcBef>
              <a:spcAft>
                <a:spcPts val="0"/>
              </a:spcAft>
              <a:buSzPts val="960"/>
              <a:buNone/>
              <a:defRPr>
                <a:solidFill>
                  <a:srgbClr val="888888"/>
                </a:solidFill>
              </a:defRPr>
            </a:lvl4pPr>
            <a:lvl5pPr lvl="4" algn="ctr">
              <a:spcBef>
                <a:spcPts val="1000"/>
              </a:spcBef>
              <a:spcAft>
                <a:spcPts val="0"/>
              </a:spcAft>
              <a:buSzPts val="960"/>
              <a:buNone/>
              <a:defRPr>
                <a:solidFill>
                  <a:srgbClr val="888888"/>
                </a:solidFill>
              </a:defRPr>
            </a:lvl5pPr>
            <a:lvl6pPr lvl="5" algn="ctr">
              <a:spcBef>
                <a:spcPts val="1000"/>
              </a:spcBef>
              <a:spcAft>
                <a:spcPts val="0"/>
              </a:spcAft>
              <a:buSzPts val="960"/>
              <a:buNone/>
              <a:defRPr>
                <a:solidFill>
                  <a:srgbClr val="888888"/>
                </a:solidFill>
              </a:defRPr>
            </a:lvl6pPr>
            <a:lvl7pPr lvl="6" algn="ctr">
              <a:spcBef>
                <a:spcPts val="1000"/>
              </a:spcBef>
              <a:spcAft>
                <a:spcPts val="0"/>
              </a:spcAft>
              <a:buSzPts val="960"/>
              <a:buNone/>
              <a:defRPr>
                <a:solidFill>
                  <a:srgbClr val="888888"/>
                </a:solidFill>
              </a:defRPr>
            </a:lvl7pPr>
            <a:lvl8pPr lvl="7" algn="ctr">
              <a:spcBef>
                <a:spcPts val="1000"/>
              </a:spcBef>
              <a:spcAft>
                <a:spcPts val="0"/>
              </a:spcAft>
              <a:buSzPts val="960"/>
              <a:buNone/>
              <a:defRPr>
                <a:solidFill>
                  <a:srgbClr val="888888"/>
                </a:solidFill>
              </a:defRPr>
            </a:lvl8pPr>
            <a:lvl9pPr lvl="8" algn="ctr">
              <a:spcBef>
                <a:spcPts val="1000"/>
              </a:spcBef>
              <a:spcAft>
                <a:spcPts val="0"/>
              </a:spcAft>
              <a:buSzPts val="960"/>
              <a:buNone/>
              <a:defRPr>
                <a:solidFill>
                  <a:srgbClr val="888888"/>
                </a:solidFill>
              </a:defRPr>
            </a:lvl9pPr>
          </a:lstStyle>
          <a:p/>
        </p:txBody>
      </p:sp>
      <p:sp>
        <p:nvSpPr>
          <p:cNvPr id="269" name="Google Shape;269;h160691dd5ea774ad_0_760"/>
          <p:cNvSpPr txBox="1"/>
          <p:nvPr>
            <p:ph idx="10" type="dt"/>
          </p:nvPr>
        </p:nvSpPr>
        <p:spPr>
          <a:xfrm>
            <a:off x="7205133" y="6041362"/>
            <a:ext cx="912000" cy="3651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0" name="Google Shape;270;h160691dd5ea774ad_0_760"/>
          <p:cNvSpPr txBox="1"/>
          <p:nvPr>
            <p:ph idx="11" type="ftr"/>
          </p:nvPr>
        </p:nvSpPr>
        <p:spPr>
          <a:xfrm>
            <a:off x="677334" y="6041362"/>
            <a:ext cx="6297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1" name="Google Shape;271;h160691dd5ea774ad_0_760"/>
          <p:cNvSpPr txBox="1"/>
          <p:nvPr>
            <p:ph idx="12" type="sldNum"/>
          </p:nvPr>
        </p:nvSpPr>
        <p:spPr>
          <a:xfrm>
            <a:off x="8590663" y="6041362"/>
            <a:ext cx="6834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72" name="Shape 272"/>
        <p:cNvGrpSpPr/>
        <p:nvPr/>
      </p:nvGrpSpPr>
      <p:grpSpPr>
        <a:xfrm>
          <a:off x="0" y="0"/>
          <a:ext cx="0" cy="0"/>
          <a:chOff x="0" y="0"/>
          <a:chExt cx="0" cy="0"/>
        </a:xfrm>
      </p:grpSpPr>
      <p:sp>
        <p:nvSpPr>
          <p:cNvPr id="273" name="Google Shape;273;h160691dd5ea774ad_0_777"/>
          <p:cNvSpPr txBox="1"/>
          <p:nvPr>
            <p:ph type="title"/>
          </p:nvPr>
        </p:nvSpPr>
        <p:spPr>
          <a:xfrm>
            <a:off x="677334" y="609600"/>
            <a:ext cx="8596800" cy="13209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4" name="Google Shape;274;h160691dd5ea774ad_0_777"/>
          <p:cNvSpPr txBox="1"/>
          <p:nvPr>
            <p:ph idx="1" type="body"/>
          </p:nvPr>
        </p:nvSpPr>
        <p:spPr>
          <a:xfrm>
            <a:off x="677334" y="2160589"/>
            <a:ext cx="8596800" cy="3880800"/>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275" name="Google Shape;275;h160691dd5ea774ad_0_777"/>
          <p:cNvSpPr txBox="1"/>
          <p:nvPr>
            <p:ph idx="10" type="dt"/>
          </p:nvPr>
        </p:nvSpPr>
        <p:spPr>
          <a:xfrm>
            <a:off x="7205133" y="6041362"/>
            <a:ext cx="912000" cy="3651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6" name="Google Shape;276;h160691dd5ea774ad_0_777"/>
          <p:cNvSpPr txBox="1"/>
          <p:nvPr>
            <p:ph idx="11" type="ftr"/>
          </p:nvPr>
        </p:nvSpPr>
        <p:spPr>
          <a:xfrm>
            <a:off x="677334" y="6041362"/>
            <a:ext cx="6297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7" name="Google Shape;277;h160691dd5ea774ad_0_777"/>
          <p:cNvSpPr txBox="1"/>
          <p:nvPr>
            <p:ph idx="12" type="sldNum"/>
          </p:nvPr>
        </p:nvSpPr>
        <p:spPr>
          <a:xfrm>
            <a:off x="8590663" y="6041362"/>
            <a:ext cx="6834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8" name="Shape 278"/>
        <p:cNvGrpSpPr/>
        <p:nvPr/>
      </p:nvGrpSpPr>
      <p:grpSpPr>
        <a:xfrm>
          <a:off x="0" y="0"/>
          <a:ext cx="0" cy="0"/>
          <a:chOff x="0" y="0"/>
          <a:chExt cx="0" cy="0"/>
        </a:xfrm>
      </p:grpSpPr>
      <p:sp>
        <p:nvSpPr>
          <p:cNvPr id="279" name="Google Shape;279;h160691dd5ea774ad_0_783"/>
          <p:cNvSpPr txBox="1"/>
          <p:nvPr>
            <p:ph type="title"/>
          </p:nvPr>
        </p:nvSpPr>
        <p:spPr>
          <a:xfrm>
            <a:off x="677335" y="2700867"/>
            <a:ext cx="8596800" cy="18267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4000"/>
              <a:buFont typeface="Trebuchet MS"/>
              <a:buNone/>
              <a:defRPr b="0"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0" name="Google Shape;280;h160691dd5ea774ad_0_783"/>
          <p:cNvSpPr txBox="1"/>
          <p:nvPr>
            <p:ph idx="1" type="body"/>
          </p:nvPr>
        </p:nvSpPr>
        <p:spPr>
          <a:xfrm>
            <a:off x="677335" y="4527448"/>
            <a:ext cx="8596800" cy="860400"/>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600"/>
              <a:buNone/>
              <a:defRPr sz="2000">
                <a:solidFill>
                  <a:srgbClr val="7F7F7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281" name="Google Shape;281;h160691dd5ea774ad_0_783"/>
          <p:cNvSpPr txBox="1"/>
          <p:nvPr>
            <p:ph idx="10" type="dt"/>
          </p:nvPr>
        </p:nvSpPr>
        <p:spPr>
          <a:xfrm>
            <a:off x="7205133" y="6041362"/>
            <a:ext cx="912000" cy="3651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2" name="Google Shape;282;h160691dd5ea774ad_0_783"/>
          <p:cNvSpPr txBox="1"/>
          <p:nvPr>
            <p:ph idx="11" type="ftr"/>
          </p:nvPr>
        </p:nvSpPr>
        <p:spPr>
          <a:xfrm>
            <a:off x="677334" y="6041362"/>
            <a:ext cx="6297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3" name="Google Shape;283;h160691dd5ea774ad_0_783"/>
          <p:cNvSpPr txBox="1"/>
          <p:nvPr>
            <p:ph idx="12" type="sldNum"/>
          </p:nvPr>
        </p:nvSpPr>
        <p:spPr>
          <a:xfrm>
            <a:off x="8590663" y="6041362"/>
            <a:ext cx="6834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84" name="Shape 284"/>
        <p:cNvGrpSpPr/>
        <p:nvPr/>
      </p:nvGrpSpPr>
      <p:grpSpPr>
        <a:xfrm>
          <a:off x="0" y="0"/>
          <a:ext cx="0" cy="0"/>
          <a:chOff x="0" y="0"/>
          <a:chExt cx="0" cy="0"/>
        </a:xfrm>
      </p:grpSpPr>
      <p:sp>
        <p:nvSpPr>
          <p:cNvPr id="285" name="Google Shape;285;h160691dd5ea774ad_0_789"/>
          <p:cNvSpPr txBox="1"/>
          <p:nvPr>
            <p:ph type="title"/>
          </p:nvPr>
        </p:nvSpPr>
        <p:spPr>
          <a:xfrm>
            <a:off x="677334" y="609600"/>
            <a:ext cx="8596800" cy="13209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6" name="Google Shape;286;h160691dd5ea774ad_0_789"/>
          <p:cNvSpPr txBox="1"/>
          <p:nvPr>
            <p:ph idx="1" type="body"/>
          </p:nvPr>
        </p:nvSpPr>
        <p:spPr>
          <a:xfrm>
            <a:off x="677334" y="2160589"/>
            <a:ext cx="4184100" cy="3880800"/>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287" name="Google Shape;287;h160691dd5ea774ad_0_789"/>
          <p:cNvSpPr txBox="1"/>
          <p:nvPr>
            <p:ph idx="2" type="body"/>
          </p:nvPr>
        </p:nvSpPr>
        <p:spPr>
          <a:xfrm>
            <a:off x="5089970" y="2160589"/>
            <a:ext cx="4184100" cy="3880800"/>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288" name="Google Shape;288;h160691dd5ea774ad_0_789"/>
          <p:cNvSpPr txBox="1"/>
          <p:nvPr>
            <p:ph idx="10" type="dt"/>
          </p:nvPr>
        </p:nvSpPr>
        <p:spPr>
          <a:xfrm>
            <a:off x="7205133" y="6041362"/>
            <a:ext cx="912000" cy="3651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9" name="Google Shape;289;h160691dd5ea774ad_0_789"/>
          <p:cNvSpPr txBox="1"/>
          <p:nvPr>
            <p:ph idx="11" type="ftr"/>
          </p:nvPr>
        </p:nvSpPr>
        <p:spPr>
          <a:xfrm>
            <a:off x="677334" y="6041362"/>
            <a:ext cx="6297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0" name="Google Shape;290;h160691dd5ea774ad_0_789"/>
          <p:cNvSpPr txBox="1"/>
          <p:nvPr>
            <p:ph idx="12" type="sldNum"/>
          </p:nvPr>
        </p:nvSpPr>
        <p:spPr>
          <a:xfrm>
            <a:off x="8590663" y="6041362"/>
            <a:ext cx="6834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291" name="Shape 291"/>
        <p:cNvGrpSpPr/>
        <p:nvPr/>
      </p:nvGrpSpPr>
      <p:grpSpPr>
        <a:xfrm>
          <a:off x="0" y="0"/>
          <a:ext cx="0" cy="0"/>
          <a:chOff x="0" y="0"/>
          <a:chExt cx="0" cy="0"/>
        </a:xfrm>
      </p:grpSpPr>
      <p:sp>
        <p:nvSpPr>
          <p:cNvPr id="292" name="Google Shape;292;h160691dd5ea774ad_0_796"/>
          <p:cNvSpPr txBox="1"/>
          <p:nvPr>
            <p:ph type="title"/>
          </p:nvPr>
        </p:nvSpPr>
        <p:spPr>
          <a:xfrm>
            <a:off x="677334" y="609600"/>
            <a:ext cx="8596800" cy="13209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3600"/>
              <a:buFont typeface="Trebuchet MS"/>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3" name="Google Shape;293;h160691dd5ea774ad_0_796"/>
          <p:cNvSpPr txBox="1"/>
          <p:nvPr>
            <p:ph idx="1" type="body"/>
          </p:nvPr>
        </p:nvSpPr>
        <p:spPr>
          <a:xfrm>
            <a:off x="675745" y="2160983"/>
            <a:ext cx="4185600" cy="576300"/>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294" name="Google Shape;294;h160691dd5ea774ad_0_796"/>
          <p:cNvSpPr txBox="1"/>
          <p:nvPr>
            <p:ph idx="2" type="body"/>
          </p:nvPr>
        </p:nvSpPr>
        <p:spPr>
          <a:xfrm>
            <a:off x="675745" y="2737245"/>
            <a:ext cx="4185600" cy="3304200"/>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295" name="Google Shape;295;h160691dd5ea774ad_0_796"/>
          <p:cNvSpPr txBox="1"/>
          <p:nvPr>
            <p:ph idx="3" type="body"/>
          </p:nvPr>
        </p:nvSpPr>
        <p:spPr>
          <a:xfrm>
            <a:off x="5088383" y="2160983"/>
            <a:ext cx="4185600" cy="576300"/>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296" name="Google Shape;296;h160691dd5ea774ad_0_796"/>
          <p:cNvSpPr txBox="1"/>
          <p:nvPr>
            <p:ph idx="4" type="body"/>
          </p:nvPr>
        </p:nvSpPr>
        <p:spPr>
          <a:xfrm>
            <a:off x="5088384" y="2737245"/>
            <a:ext cx="4185600" cy="3304200"/>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297" name="Google Shape;297;h160691dd5ea774ad_0_796"/>
          <p:cNvSpPr txBox="1"/>
          <p:nvPr>
            <p:ph idx="10" type="dt"/>
          </p:nvPr>
        </p:nvSpPr>
        <p:spPr>
          <a:xfrm>
            <a:off x="7205133" y="6041362"/>
            <a:ext cx="912000" cy="3651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8" name="Google Shape;298;h160691dd5ea774ad_0_796"/>
          <p:cNvSpPr txBox="1"/>
          <p:nvPr>
            <p:ph idx="11" type="ftr"/>
          </p:nvPr>
        </p:nvSpPr>
        <p:spPr>
          <a:xfrm>
            <a:off x="677334" y="6041362"/>
            <a:ext cx="6297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9" name="Google Shape;299;h160691dd5ea774ad_0_796"/>
          <p:cNvSpPr txBox="1"/>
          <p:nvPr>
            <p:ph idx="12" type="sldNum"/>
          </p:nvPr>
        </p:nvSpPr>
        <p:spPr>
          <a:xfrm>
            <a:off x="8590663" y="6041362"/>
            <a:ext cx="6834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00" name="Shape 300"/>
        <p:cNvGrpSpPr/>
        <p:nvPr/>
      </p:nvGrpSpPr>
      <p:grpSpPr>
        <a:xfrm>
          <a:off x="0" y="0"/>
          <a:ext cx="0" cy="0"/>
          <a:chOff x="0" y="0"/>
          <a:chExt cx="0" cy="0"/>
        </a:xfrm>
      </p:grpSpPr>
      <p:sp>
        <p:nvSpPr>
          <p:cNvPr id="301" name="Google Shape;301;h160691dd5ea774ad_0_805"/>
          <p:cNvSpPr txBox="1"/>
          <p:nvPr>
            <p:ph type="title"/>
          </p:nvPr>
        </p:nvSpPr>
        <p:spPr>
          <a:xfrm>
            <a:off x="677334" y="609600"/>
            <a:ext cx="8596800" cy="13209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2" name="Google Shape;302;h160691dd5ea774ad_0_805"/>
          <p:cNvSpPr txBox="1"/>
          <p:nvPr>
            <p:ph idx="10" type="dt"/>
          </p:nvPr>
        </p:nvSpPr>
        <p:spPr>
          <a:xfrm>
            <a:off x="7205133" y="6041362"/>
            <a:ext cx="912000" cy="3651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3" name="Google Shape;303;h160691dd5ea774ad_0_805"/>
          <p:cNvSpPr txBox="1"/>
          <p:nvPr>
            <p:ph idx="11" type="ftr"/>
          </p:nvPr>
        </p:nvSpPr>
        <p:spPr>
          <a:xfrm>
            <a:off x="677334" y="6041362"/>
            <a:ext cx="6297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4" name="Google Shape;304;h160691dd5ea774ad_0_805"/>
          <p:cNvSpPr txBox="1"/>
          <p:nvPr>
            <p:ph idx="12" type="sldNum"/>
          </p:nvPr>
        </p:nvSpPr>
        <p:spPr>
          <a:xfrm>
            <a:off x="8590663" y="6041362"/>
            <a:ext cx="6834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05" name="Shape 305"/>
        <p:cNvGrpSpPr/>
        <p:nvPr/>
      </p:nvGrpSpPr>
      <p:grpSpPr>
        <a:xfrm>
          <a:off x="0" y="0"/>
          <a:ext cx="0" cy="0"/>
          <a:chOff x="0" y="0"/>
          <a:chExt cx="0" cy="0"/>
        </a:xfrm>
      </p:grpSpPr>
      <p:sp>
        <p:nvSpPr>
          <p:cNvPr id="306" name="Google Shape;306;h160691dd5ea774ad_0_810"/>
          <p:cNvSpPr txBox="1"/>
          <p:nvPr>
            <p:ph idx="10" type="dt"/>
          </p:nvPr>
        </p:nvSpPr>
        <p:spPr>
          <a:xfrm>
            <a:off x="7205133" y="6041362"/>
            <a:ext cx="912000" cy="3651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7" name="Google Shape;307;h160691dd5ea774ad_0_810"/>
          <p:cNvSpPr txBox="1"/>
          <p:nvPr>
            <p:ph idx="11" type="ftr"/>
          </p:nvPr>
        </p:nvSpPr>
        <p:spPr>
          <a:xfrm>
            <a:off x="677334" y="6041362"/>
            <a:ext cx="6297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8" name="Google Shape;308;h160691dd5ea774ad_0_810"/>
          <p:cNvSpPr txBox="1"/>
          <p:nvPr>
            <p:ph idx="12" type="sldNum"/>
          </p:nvPr>
        </p:nvSpPr>
        <p:spPr>
          <a:xfrm>
            <a:off x="8590663" y="6041362"/>
            <a:ext cx="6834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309" name="Shape 309"/>
        <p:cNvGrpSpPr/>
        <p:nvPr/>
      </p:nvGrpSpPr>
      <p:grpSpPr>
        <a:xfrm>
          <a:off x="0" y="0"/>
          <a:ext cx="0" cy="0"/>
          <a:chOff x="0" y="0"/>
          <a:chExt cx="0" cy="0"/>
        </a:xfrm>
      </p:grpSpPr>
      <p:sp>
        <p:nvSpPr>
          <p:cNvPr id="310" name="Google Shape;310;h160691dd5ea774ad_0_814"/>
          <p:cNvSpPr txBox="1"/>
          <p:nvPr>
            <p:ph type="title"/>
          </p:nvPr>
        </p:nvSpPr>
        <p:spPr>
          <a:xfrm>
            <a:off x="677334" y="1498604"/>
            <a:ext cx="3854400" cy="12786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2000"/>
              <a:buFont typeface="Trebuchet MS"/>
              <a:buNone/>
              <a:defRPr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1" name="Google Shape;311;h160691dd5ea774ad_0_814"/>
          <p:cNvSpPr txBox="1"/>
          <p:nvPr>
            <p:ph idx="1" type="body"/>
          </p:nvPr>
        </p:nvSpPr>
        <p:spPr>
          <a:xfrm>
            <a:off x="4760461" y="514924"/>
            <a:ext cx="4513500" cy="5526300"/>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312" name="Google Shape;312;h160691dd5ea774ad_0_814"/>
          <p:cNvSpPr txBox="1"/>
          <p:nvPr>
            <p:ph idx="2" type="body"/>
          </p:nvPr>
        </p:nvSpPr>
        <p:spPr>
          <a:xfrm>
            <a:off x="677334" y="2777069"/>
            <a:ext cx="3854400" cy="2584500"/>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1120"/>
              <a:buNone/>
              <a:defRPr sz="1400"/>
            </a:lvl2pPr>
            <a:lvl3pPr indent="-228600" lvl="2" marL="1371600" algn="l">
              <a:spcBef>
                <a:spcPts val="1000"/>
              </a:spcBef>
              <a:spcAft>
                <a:spcPts val="0"/>
              </a:spcAft>
              <a:buSzPts val="960"/>
              <a:buNone/>
              <a:defRPr sz="1200"/>
            </a:lvl3pPr>
            <a:lvl4pPr indent="-228600" lvl="3" marL="1828800" algn="l">
              <a:spcBef>
                <a:spcPts val="1000"/>
              </a:spcBef>
              <a:spcAft>
                <a:spcPts val="0"/>
              </a:spcAft>
              <a:buSzPts val="800"/>
              <a:buNone/>
              <a:defRPr sz="1000"/>
            </a:lvl4pPr>
            <a:lvl5pPr indent="-228600" lvl="4" marL="2286000" algn="l">
              <a:spcBef>
                <a:spcPts val="1000"/>
              </a:spcBef>
              <a:spcAft>
                <a:spcPts val="0"/>
              </a:spcAft>
              <a:buSzPts val="800"/>
              <a:buNone/>
              <a:defRPr sz="1000"/>
            </a:lvl5pPr>
            <a:lvl6pPr indent="-228600" lvl="5" marL="2743200" algn="l">
              <a:spcBef>
                <a:spcPts val="1000"/>
              </a:spcBef>
              <a:spcAft>
                <a:spcPts val="0"/>
              </a:spcAft>
              <a:buSzPts val="800"/>
              <a:buNone/>
              <a:defRPr sz="1000"/>
            </a:lvl6pPr>
            <a:lvl7pPr indent="-228600" lvl="6" marL="3200400" algn="l">
              <a:spcBef>
                <a:spcPts val="1000"/>
              </a:spcBef>
              <a:spcAft>
                <a:spcPts val="0"/>
              </a:spcAft>
              <a:buSzPts val="800"/>
              <a:buNone/>
              <a:defRPr sz="1000"/>
            </a:lvl7pPr>
            <a:lvl8pPr indent="-228600" lvl="7" marL="3657600" algn="l">
              <a:spcBef>
                <a:spcPts val="1000"/>
              </a:spcBef>
              <a:spcAft>
                <a:spcPts val="0"/>
              </a:spcAft>
              <a:buSzPts val="800"/>
              <a:buNone/>
              <a:defRPr sz="1000"/>
            </a:lvl8pPr>
            <a:lvl9pPr indent="-228600" lvl="8" marL="4114800" algn="l">
              <a:spcBef>
                <a:spcPts val="1000"/>
              </a:spcBef>
              <a:spcAft>
                <a:spcPts val="0"/>
              </a:spcAft>
              <a:buSzPts val="800"/>
              <a:buNone/>
              <a:defRPr sz="1000"/>
            </a:lvl9pPr>
          </a:lstStyle>
          <a:p/>
        </p:txBody>
      </p:sp>
      <p:sp>
        <p:nvSpPr>
          <p:cNvPr id="313" name="Google Shape;313;h160691dd5ea774ad_0_814"/>
          <p:cNvSpPr txBox="1"/>
          <p:nvPr>
            <p:ph idx="10" type="dt"/>
          </p:nvPr>
        </p:nvSpPr>
        <p:spPr>
          <a:xfrm>
            <a:off x="7205133" y="6041362"/>
            <a:ext cx="912000" cy="3651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4" name="Google Shape;314;h160691dd5ea774ad_0_814"/>
          <p:cNvSpPr txBox="1"/>
          <p:nvPr>
            <p:ph idx="11" type="ftr"/>
          </p:nvPr>
        </p:nvSpPr>
        <p:spPr>
          <a:xfrm>
            <a:off x="677334" y="6041362"/>
            <a:ext cx="6297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5" name="Google Shape;315;h160691dd5ea774ad_0_814"/>
          <p:cNvSpPr txBox="1"/>
          <p:nvPr>
            <p:ph idx="12" type="sldNum"/>
          </p:nvPr>
        </p:nvSpPr>
        <p:spPr>
          <a:xfrm>
            <a:off x="8590663" y="6041362"/>
            <a:ext cx="6834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316" name="Shape 316"/>
        <p:cNvGrpSpPr/>
        <p:nvPr/>
      </p:nvGrpSpPr>
      <p:grpSpPr>
        <a:xfrm>
          <a:off x="0" y="0"/>
          <a:ext cx="0" cy="0"/>
          <a:chOff x="0" y="0"/>
          <a:chExt cx="0" cy="0"/>
        </a:xfrm>
      </p:grpSpPr>
      <p:sp>
        <p:nvSpPr>
          <p:cNvPr id="317" name="Google Shape;317;h160691dd5ea774ad_0_821"/>
          <p:cNvSpPr txBox="1"/>
          <p:nvPr>
            <p:ph type="title"/>
          </p:nvPr>
        </p:nvSpPr>
        <p:spPr>
          <a:xfrm>
            <a:off x="677334" y="4800600"/>
            <a:ext cx="8596800" cy="5667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2400"/>
              <a:buFont typeface="Trebuchet MS"/>
              <a:buNone/>
              <a:defRPr b="0"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8" name="Google Shape;318;h160691dd5ea774ad_0_821"/>
          <p:cNvSpPr/>
          <p:nvPr>
            <p:ph idx="2" type="pic"/>
          </p:nvPr>
        </p:nvSpPr>
        <p:spPr>
          <a:xfrm>
            <a:off x="677334" y="609600"/>
            <a:ext cx="8596800" cy="3845700"/>
          </a:xfrm>
          <a:prstGeom prst="rect">
            <a:avLst/>
          </a:prstGeom>
          <a:noFill/>
          <a:ln>
            <a:noFill/>
          </a:ln>
        </p:spPr>
      </p:sp>
      <p:sp>
        <p:nvSpPr>
          <p:cNvPr id="319" name="Google Shape;319;h160691dd5ea774ad_0_821"/>
          <p:cNvSpPr txBox="1"/>
          <p:nvPr>
            <p:ph idx="1" type="body"/>
          </p:nvPr>
        </p:nvSpPr>
        <p:spPr>
          <a:xfrm>
            <a:off x="677334" y="5367338"/>
            <a:ext cx="8596800" cy="674100"/>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960"/>
              <a:buNone/>
              <a:defRPr sz="12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320" name="Google Shape;320;h160691dd5ea774ad_0_821"/>
          <p:cNvSpPr txBox="1"/>
          <p:nvPr>
            <p:ph idx="11" type="ftr"/>
          </p:nvPr>
        </p:nvSpPr>
        <p:spPr>
          <a:xfrm>
            <a:off x="677334" y="6041362"/>
            <a:ext cx="6297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1" name="Google Shape;321;h160691dd5ea774ad_0_821"/>
          <p:cNvSpPr txBox="1"/>
          <p:nvPr>
            <p:ph idx="12" type="sldNum"/>
          </p:nvPr>
        </p:nvSpPr>
        <p:spPr>
          <a:xfrm>
            <a:off x="8590663" y="6041362"/>
            <a:ext cx="6834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322" name="Google Shape;322;h160691dd5ea774ad_0_821"/>
          <p:cNvSpPr txBox="1"/>
          <p:nvPr>
            <p:ph idx="10" type="dt"/>
          </p:nvPr>
        </p:nvSpPr>
        <p:spPr>
          <a:xfrm>
            <a:off x="7205133" y="6041362"/>
            <a:ext cx="912000" cy="3651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323" name="Shape 323"/>
        <p:cNvGrpSpPr/>
        <p:nvPr/>
      </p:nvGrpSpPr>
      <p:grpSpPr>
        <a:xfrm>
          <a:off x="0" y="0"/>
          <a:ext cx="0" cy="0"/>
          <a:chOff x="0" y="0"/>
          <a:chExt cx="0" cy="0"/>
        </a:xfrm>
      </p:grpSpPr>
      <p:sp>
        <p:nvSpPr>
          <p:cNvPr id="324" name="Google Shape;324;h160691dd5ea774ad_0_828"/>
          <p:cNvSpPr txBox="1"/>
          <p:nvPr>
            <p:ph type="title"/>
          </p:nvPr>
        </p:nvSpPr>
        <p:spPr>
          <a:xfrm>
            <a:off x="677335" y="609600"/>
            <a:ext cx="8596800" cy="34035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5" name="Google Shape;325;h160691dd5ea774ad_0_828"/>
          <p:cNvSpPr txBox="1"/>
          <p:nvPr>
            <p:ph idx="1" type="body"/>
          </p:nvPr>
        </p:nvSpPr>
        <p:spPr>
          <a:xfrm>
            <a:off x="677335" y="4470400"/>
            <a:ext cx="8596800" cy="1571100"/>
          </a:xfrm>
          <a:prstGeom prst="rect">
            <a:avLst/>
          </a:prstGeom>
          <a:noFill/>
          <a:ln>
            <a:noFill/>
          </a:ln>
        </p:spPr>
        <p:txBody>
          <a:bodyPr anchorCtr="0" anchor="ctr" bIns="45700" lIns="91425" spcFirstLastPara="1" rIns="91425" wrap="square" tIns="45700">
            <a:normAutofit/>
          </a:bodyPr>
          <a:lstStyle>
            <a:lvl1pPr indent="-228600" lvl="0" marL="457200" algn="l">
              <a:spcBef>
                <a:spcPts val="1000"/>
              </a:spcBef>
              <a:spcAft>
                <a:spcPts val="0"/>
              </a:spcAft>
              <a:buSzPts val="1440"/>
              <a:buNone/>
              <a:defRPr sz="1800">
                <a:solidFill>
                  <a:srgbClr val="3F3F3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326" name="Google Shape;326;h160691dd5ea774ad_0_828"/>
          <p:cNvSpPr txBox="1"/>
          <p:nvPr>
            <p:ph idx="10" type="dt"/>
          </p:nvPr>
        </p:nvSpPr>
        <p:spPr>
          <a:xfrm>
            <a:off x="7205133" y="6041362"/>
            <a:ext cx="912000" cy="3651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7" name="Google Shape;327;h160691dd5ea774ad_0_828"/>
          <p:cNvSpPr txBox="1"/>
          <p:nvPr>
            <p:ph idx="11" type="ftr"/>
          </p:nvPr>
        </p:nvSpPr>
        <p:spPr>
          <a:xfrm>
            <a:off x="677334" y="6041362"/>
            <a:ext cx="6297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8" name="Google Shape;328;h160691dd5ea774ad_0_828"/>
          <p:cNvSpPr txBox="1"/>
          <p:nvPr>
            <p:ph idx="12" type="sldNum"/>
          </p:nvPr>
        </p:nvSpPr>
        <p:spPr>
          <a:xfrm>
            <a:off x="8590663" y="6041362"/>
            <a:ext cx="6834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329" name="Shape 329"/>
        <p:cNvGrpSpPr/>
        <p:nvPr/>
      </p:nvGrpSpPr>
      <p:grpSpPr>
        <a:xfrm>
          <a:off x="0" y="0"/>
          <a:ext cx="0" cy="0"/>
          <a:chOff x="0" y="0"/>
          <a:chExt cx="0" cy="0"/>
        </a:xfrm>
      </p:grpSpPr>
      <p:sp>
        <p:nvSpPr>
          <p:cNvPr id="330" name="Google Shape;330;h160691dd5ea774ad_0_834"/>
          <p:cNvSpPr txBox="1"/>
          <p:nvPr>
            <p:ph type="title"/>
          </p:nvPr>
        </p:nvSpPr>
        <p:spPr>
          <a:xfrm>
            <a:off x="931334" y="609600"/>
            <a:ext cx="8094000" cy="30225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1" name="Google Shape;331;h160691dd5ea774ad_0_834"/>
          <p:cNvSpPr txBox="1"/>
          <p:nvPr>
            <p:ph idx="1" type="body"/>
          </p:nvPr>
        </p:nvSpPr>
        <p:spPr>
          <a:xfrm>
            <a:off x="1366139" y="3632200"/>
            <a:ext cx="7224600" cy="381000"/>
          </a:xfrm>
          <a:prstGeom prst="rect">
            <a:avLst/>
          </a:prstGeom>
          <a:noFill/>
          <a:ln>
            <a:noFill/>
          </a:ln>
        </p:spPr>
        <p:txBody>
          <a:bodyPr anchorCtr="0" anchor="ctr" bIns="45700" lIns="91425" spcFirstLastPara="1" rIns="91425" wrap="square" tIns="45700">
            <a:noAutofit/>
          </a:bodyPr>
          <a:lstStyle>
            <a:lvl1pPr indent="-228600" lvl="0" marL="457200" algn="l">
              <a:spcBef>
                <a:spcPts val="1000"/>
              </a:spcBef>
              <a:spcAft>
                <a:spcPts val="0"/>
              </a:spcAft>
              <a:buSzPts val="1280"/>
              <a:buFont typeface="Trebuchet MS"/>
              <a:buNone/>
              <a:defRPr sz="1600">
                <a:solidFill>
                  <a:srgbClr val="7F7F7F"/>
                </a:solidFill>
              </a:defRPr>
            </a:lvl1pPr>
            <a:lvl2pPr indent="-228600" lvl="1" marL="914400" algn="l">
              <a:spcBef>
                <a:spcPts val="1000"/>
              </a:spcBef>
              <a:spcAft>
                <a:spcPts val="0"/>
              </a:spcAft>
              <a:buSzPts val="1280"/>
              <a:buFont typeface="Trebuchet MS"/>
              <a:buNone/>
              <a:defRPr/>
            </a:lvl2pPr>
            <a:lvl3pPr indent="-228600" lvl="2" marL="1371600" algn="l">
              <a:spcBef>
                <a:spcPts val="1000"/>
              </a:spcBef>
              <a:spcAft>
                <a:spcPts val="0"/>
              </a:spcAft>
              <a:buSzPts val="1120"/>
              <a:buFont typeface="Trebuchet MS"/>
              <a:buNone/>
              <a:defRPr/>
            </a:lvl3pPr>
            <a:lvl4pPr indent="-228600" lvl="3" marL="1828800" algn="l">
              <a:spcBef>
                <a:spcPts val="1000"/>
              </a:spcBef>
              <a:spcAft>
                <a:spcPts val="0"/>
              </a:spcAft>
              <a:buSzPts val="960"/>
              <a:buFont typeface="Trebuchet MS"/>
              <a:buNone/>
              <a:defRPr/>
            </a:lvl4pPr>
            <a:lvl5pPr indent="-228600" lvl="4" marL="2286000" algn="l">
              <a:spcBef>
                <a:spcPts val="1000"/>
              </a:spcBef>
              <a:spcAft>
                <a:spcPts val="0"/>
              </a:spcAft>
              <a:buSzPts val="960"/>
              <a:buFont typeface="Trebuchet MS"/>
              <a:buNone/>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332" name="Google Shape;332;h160691dd5ea774ad_0_834"/>
          <p:cNvSpPr txBox="1"/>
          <p:nvPr>
            <p:ph idx="2" type="body"/>
          </p:nvPr>
        </p:nvSpPr>
        <p:spPr>
          <a:xfrm>
            <a:off x="677335" y="4470400"/>
            <a:ext cx="8596800" cy="1571100"/>
          </a:xfrm>
          <a:prstGeom prst="rect">
            <a:avLst/>
          </a:prstGeom>
          <a:noFill/>
          <a:ln>
            <a:noFill/>
          </a:ln>
        </p:spPr>
        <p:txBody>
          <a:bodyPr anchorCtr="0" anchor="ctr" bIns="45700" lIns="91425" spcFirstLastPara="1" rIns="91425" wrap="square" tIns="45700">
            <a:normAutofit/>
          </a:bodyPr>
          <a:lstStyle>
            <a:lvl1pPr indent="-228600" lvl="0" marL="457200" algn="l">
              <a:spcBef>
                <a:spcPts val="1000"/>
              </a:spcBef>
              <a:spcAft>
                <a:spcPts val="0"/>
              </a:spcAft>
              <a:buSzPts val="1440"/>
              <a:buNone/>
              <a:defRPr sz="1800">
                <a:solidFill>
                  <a:srgbClr val="3F3F3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333" name="Google Shape;333;h160691dd5ea774ad_0_834"/>
          <p:cNvSpPr txBox="1"/>
          <p:nvPr>
            <p:ph idx="10" type="dt"/>
          </p:nvPr>
        </p:nvSpPr>
        <p:spPr>
          <a:xfrm>
            <a:off x="7205133" y="6041362"/>
            <a:ext cx="912000" cy="3651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4" name="Google Shape;334;h160691dd5ea774ad_0_834"/>
          <p:cNvSpPr txBox="1"/>
          <p:nvPr>
            <p:ph idx="11" type="ftr"/>
          </p:nvPr>
        </p:nvSpPr>
        <p:spPr>
          <a:xfrm>
            <a:off x="677334" y="6041362"/>
            <a:ext cx="6297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5" name="Google Shape;335;h160691dd5ea774ad_0_834"/>
          <p:cNvSpPr txBox="1"/>
          <p:nvPr>
            <p:ph idx="12" type="sldNum"/>
          </p:nvPr>
        </p:nvSpPr>
        <p:spPr>
          <a:xfrm>
            <a:off x="8590663" y="6041362"/>
            <a:ext cx="6834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336" name="Google Shape;336;h160691dd5ea774ad_0_834"/>
          <p:cNvSpPr txBox="1"/>
          <p:nvPr/>
        </p:nvSpPr>
        <p:spPr>
          <a:xfrm>
            <a:off x="541870" y="790378"/>
            <a:ext cx="609600" cy="584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8000">
                <a:solidFill>
                  <a:srgbClr val="9EDFF5"/>
                </a:solidFill>
                <a:latin typeface="Arial"/>
                <a:ea typeface="Arial"/>
                <a:cs typeface="Arial"/>
                <a:sym typeface="Arial"/>
              </a:rPr>
              <a:t>“</a:t>
            </a:r>
            <a:endParaRPr/>
          </a:p>
        </p:txBody>
      </p:sp>
      <p:sp>
        <p:nvSpPr>
          <p:cNvPr id="337" name="Google Shape;337;h160691dd5ea774ad_0_834"/>
          <p:cNvSpPr txBox="1"/>
          <p:nvPr/>
        </p:nvSpPr>
        <p:spPr>
          <a:xfrm>
            <a:off x="8893011" y="2886556"/>
            <a:ext cx="609600" cy="584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8000">
                <a:solidFill>
                  <a:srgbClr val="9EDFF5"/>
                </a:solidFill>
                <a:latin typeface="Arial"/>
                <a:ea typeface="Arial"/>
                <a:cs typeface="Arial"/>
                <a:sym typeface="Arial"/>
              </a:rPr>
              <a:t>”</a:t>
            </a:r>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338" name="Shape 338"/>
        <p:cNvGrpSpPr/>
        <p:nvPr/>
      </p:nvGrpSpPr>
      <p:grpSpPr>
        <a:xfrm>
          <a:off x="0" y="0"/>
          <a:ext cx="0" cy="0"/>
          <a:chOff x="0" y="0"/>
          <a:chExt cx="0" cy="0"/>
        </a:xfrm>
      </p:grpSpPr>
      <p:sp>
        <p:nvSpPr>
          <p:cNvPr id="339" name="Google Shape;339;h160691dd5ea774ad_0_843"/>
          <p:cNvSpPr txBox="1"/>
          <p:nvPr>
            <p:ph type="title"/>
          </p:nvPr>
        </p:nvSpPr>
        <p:spPr>
          <a:xfrm>
            <a:off x="677335" y="1931988"/>
            <a:ext cx="8596800" cy="25956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0" name="Google Shape;340;h160691dd5ea774ad_0_843"/>
          <p:cNvSpPr txBox="1"/>
          <p:nvPr>
            <p:ph idx="1" type="body"/>
          </p:nvPr>
        </p:nvSpPr>
        <p:spPr>
          <a:xfrm>
            <a:off x="677335" y="4527448"/>
            <a:ext cx="8596800" cy="1513800"/>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440"/>
              <a:buNone/>
              <a:defRPr sz="1800">
                <a:solidFill>
                  <a:srgbClr val="3F3F3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341" name="Google Shape;341;h160691dd5ea774ad_0_843"/>
          <p:cNvSpPr txBox="1"/>
          <p:nvPr>
            <p:ph idx="10" type="dt"/>
          </p:nvPr>
        </p:nvSpPr>
        <p:spPr>
          <a:xfrm>
            <a:off x="7205133" y="6041362"/>
            <a:ext cx="912000" cy="3651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2" name="Google Shape;342;h160691dd5ea774ad_0_843"/>
          <p:cNvSpPr txBox="1"/>
          <p:nvPr>
            <p:ph idx="11" type="ftr"/>
          </p:nvPr>
        </p:nvSpPr>
        <p:spPr>
          <a:xfrm>
            <a:off x="677334" y="6041362"/>
            <a:ext cx="6297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3" name="Google Shape;343;h160691dd5ea774ad_0_843"/>
          <p:cNvSpPr txBox="1"/>
          <p:nvPr>
            <p:ph idx="12" type="sldNum"/>
          </p:nvPr>
        </p:nvSpPr>
        <p:spPr>
          <a:xfrm>
            <a:off x="8590663" y="6041362"/>
            <a:ext cx="6834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Name Card">
  <p:cSld name="Quote Name Card">
    <p:spTree>
      <p:nvGrpSpPr>
        <p:cNvPr id="344" name="Shape 344"/>
        <p:cNvGrpSpPr/>
        <p:nvPr/>
      </p:nvGrpSpPr>
      <p:grpSpPr>
        <a:xfrm>
          <a:off x="0" y="0"/>
          <a:ext cx="0" cy="0"/>
          <a:chOff x="0" y="0"/>
          <a:chExt cx="0" cy="0"/>
        </a:xfrm>
      </p:grpSpPr>
      <p:sp>
        <p:nvSpPr>
          <p:cNvPr id="345" name="Google Shape;345;h160691dd5ea774ad_0_849"/>
          <p:cNvSpPr txBox="1"/>
          <p:nvPr>
            <p:ph type="title"/>
          </p:nvPr>
        </p:nvSpPr>
        <p:spPr>
          <a:xfrm>
            <a:off x="931334" y="609600"/>
            <a:ext cx="8094000" cy="30225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6" name="Google Shape;346;h160691dd5ea774ad_0_849"/>
          <p:cNvSpPr txBox="1"/>
          <p:nvPr>
            <p:ph idx="1" type="body"/>
          </p:nvPr>
        </p:nvSpPr>
        <p:spPr>
          <a:xfrm>
            <a:off x="677332" y="4013200"/>
            <a:ext cx="8596800" cy="514200"/>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Font typeface="Trebuchet MS"/>
              <a:buNone/>
              <a:defRPr sz="2400">
                <a:solidFill>
                  <a:srgbClr val="3F3F3F"/>
                </a:solidFill>
              </a:defRPr>
            </a:lvl1pPr>
            <a:lvl2pPr indent="-228600" lvl="1" marL="914400" algn="l">
              <a:spcBef>
                <a:spcPts val="1000"/>
              </a:spcBef>
              <a:spcAft>
                <a:spcPts val="0"/>
              </a:spcAft>
              <a:buSzPts val="1280"/>
              <a:buFont typeface="Trebuchet MS"/>
              <a:buNone/>
              <a:defRPr/>
            </a:lvl2pPr>
            <a:lvl3pPr indent="-228600" lvl="2" marL="1371600" algn="l">
              <a:spcBef>
                <a:spcPts val="1000"/>
              </a:spcBef>
              <a:spcAft>
                <a:spcPts val="0"/>
              </a:spcAft>
              <a:buSzPts val="1120"/>
              <a:buFont typeface="Trebuchet MS"/>
              <a:buNone/>
              <a:defRPr/>
            </a:lvl3pPr>
            <a:lvl4pPr indent="-228600" lvl="3" marL="1828800" algn="l">
              <a:spcBef>
                <a:spcPts val="1000"/>
              </a:spcBef>
              <a:spcAft>
                <a:spcPts val="0"/>
              </a:spcAft>
              <a:buSzPts val="960"/>
              <a:buFont typeface="Trebuchet MS"/>
              <a:buNone/>
              <a:defRPr/>
            </a:lvl4pPr>
            <a:lvl5pPr indent="-228600" lvl="4" marL="2286000" algn="l">
              <a:spcBef>
                <a:spcPts val="1000"/>
              </a:spcBef>
              <a:spcAft>
                <a:spcPts val="0"/>
              </a:spcAft>
              <a:buSzPts val="960"/>
              <a:buFont typeface="Trebuchet MS"/>
              <a:buNone/>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347" name="Google Shape;347;h160691dd5ea774ad_0_849"/>
          <p:cNvSpPr txBox="1"/>
          <p:nvPr>
            <p:ph idx="2" type="body"/>
          </p:nvPr>
        </p:nvSpPr>
        <p:spPr>
          <a:xfrm>
            <a:off x="677335" y="4527448"/>
            <a:ext cx="8596800" cy="1513800"/>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440"/>
              <a:buNone/>
              <a:defRPr sz="1800">
                <a:solidFill>
                  <a:srgbClr val="7F7F7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348" name="Google Shape;348;h160691dd5ea774ad_0_849"/>
          <p:cNvSpPr txBox="1"/>
          <p:nvPr>
            <p:ph idx="10" type="dt"/>
          </p:nvPr>
        </p:nvSpPr>
        <p:spPr>
          <a:xfrm>
            <a:off x="7205133" y="6041362"/>
            <a:ext cx="912000" cy="3651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9" name="Google Shape;349;h160691dd5ea774ad_0_849"/>
          <p:cNvSpPr txBox="1"/>
          <p:nvPr>
            <p:ph idx="11" type="ftr"/>
          </p:nvPr>
        </p:nvSpPr>
        <p:spPr>
          <a:xfrm>
            <a:off x="677334" y="6041362"/>
            <a:ext cx="6297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0" name="Google Shape;350;h160691dd5ea774ad_0_849"/>
          <p:cNvSpPr txBox="1"/>
          <p:nvPr>
            <p:ph idx="12" type="sldNum"/>
          </p:nvPr>
        </p:nvSpPr>
        <p:spPr>
          <a:xfrm>
            <a:off x="8590663" y="6041362"/>
            <a:ext cx="6834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351" name="Google Shape;351;h160691dd5ea774ad_0_849"/>
          <p:cNvSpPr txBox="1"/>
          <p:nvPr/>
        </p:nvSpPr>
        <p:spPr>
          <a:xfrm>
            <a:off x="541870" y="790378"/>
            <a:ext cx="609600" cy="584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8000">
                <a:solidFill>
                  <a:srgbClr val="9EDFF5"/>
                </a:solidFill>
                <a:latin typeface="Arial"/>
                <a:ea typeface="Arial"/>
                <a:cs typeface="Arial"/>
                <a:sym typeface="Arial"/>
              </a:rPr>
              <a:t>“</a:t>
            </a:r>
            <a:endParaRPr/>
          </a:p>
        </p:txBody>
      </p:sp>
      <p:sp>
        <p:nvSpPr>
          <p:cNvPr id="352" name="Google Shape;352;h160691dd5ea774ad_0_849"/>
          <p:cNvSpPr txBox="1"/>
          <p:nvPr/>
        </p:nvSpPr>
        <p:spPr>
          <a:xfrm>
            <a:off x="8893011" y="2886556"/>
            <a:ext cx="609600" cy="584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8000">
                <a:solidFill>
                  <a:srgbClr val="9EDFF5"/>
                </a:solidFill>
                <a:latin typeface="Arial"/>
                <a:ea typeface="Arial"/>
                <a:cs typeface="Arial"/>
                <a:sym typeface="Arial"/>
              </a:rPr>
              <a:t>”</a:t>
            </a:r>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ue or False">
  <p:cSld name="True or False">
    <p:spTree>
      <p:nvGrpSpPr>
        <p:cNvPr id="353" name="Shape 353"/>
        <p:cNvGrpSpPr/>
        <p:nvPr/>
      </p:nvGrpSpPr>
      <p:grpSpPr>
        <a:xfrm>
          <a:off x="0" y="0"/>
          <a:ext cx="0" cy="0"/>
          <a:chOff x="0" y="0"/>
          <a:chExt cx="0" cy="0"/>
        </a:xfrm>
      </p:grpSpPr>
      <p:sp>
        <p:nvSpPr>
          <p:cNvPr id="354" name="Google Shape;354;h160691dd5ea774ad_0_858"/>
          <p:cNvSpPr txBox="1"/>
          <p:nvPr>
            <p:ph type="title"/>
          </p:nvPr>
        </p:nvSpPr>
        <p:spPr>
          <a:xfrm>
            <a:off x="685799" y="609600"/>
            <a:ext cx="8588100" cy="30225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5" name="Google Shape;355;h160691dd5ea774ad_0_858"/>
          <p:cNvSpPr txBox="1"/>
          <p:nvPr>
            <p:ph idx="1" type="body"/>
          </p:nvPr>
        </p:nvSpPr>
        <p:spPr>
          <a:xfrm>
            <a:off x="677332" y="4013200"/>
            <a:ext cx="8596800" cy="514200"/>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Font typeface="Trebuchet MS"/>
              <a:buNone/>
              <a:defRPr sz="2400">
                <a:solidFill>
                  <a:schemeClr val="accent1"/>
                </a:solidFill>
              </a:defRPr>
            </a:lvl1pPr>
            <a:lvl2pPr indent="-228600" lvl="1" marL="914400" algn="l">
              <a:spcBef>
                <a:spcPts val="1000"/>
              </a:spcBef>
              <a:spcAft>
                <a:spcPts val="0"/>
              </a:spcAft>
              <a:buSzPts val="1280"/>
              <a:buFont typeface="Trebuchet MS"/>
              <a:buNone/>
              <a:defRPr/>
            </a:lvl2pPr>
            <a:lvl3pPr indent="-228600" lvl="2" marL="1371600" algn="l">
              <a:spcBef>
                <a:spcPts val="1000"/>
              </a:spcBef>
              <a:spcAft>
                <a:spcPts val="0"/>
              </a:spcAft>
              <a:buSzPts val="1120"/>
              <a:buFont typeface="Trebuchet MS"/>
              <a:buNone/>
              <a:defRPr/>
            </a:lvl3pPr>
            <a:lvl4pPr indent="-228600" lvl="3" marL="1828800" algn="l">
              <a:spcBef>
                <a:spcPts val="1000"/>
              </a:spcBef>
              <a:spcAft>
                <a:spcPts val="0"/>
              </a:spcAft>
              <a:buSzPts val="960"/>
              <a:buFont typeface="Trebuchet MS"/>
              <a:buNone/>
              <a:defRPr/>
            </a:lvl4pPr>
            <a:lvl5pPr indent="-228600" lvl="4" marL="2286000" algn="l">
              <a:spcBef>
                <a:spcPts val="1000"/>
              </a:spcBef>
              <a:spcAft>
                <a:spcPts val="0"/>
              </a:spcAft>
              <a:buSzPts val="960"/>
              <a:buFont typeface="Trebuchet MS"/>
              <a:buNone/>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356" name="Google Shape;356;h160691dd5ea774ad_0_858"/>
          <p:cNvSpPr txBox="1"/>
          <p:nvPr>
            <p:ph idx="2" type="body"/>
          </p:nvPr>
        </p:nvSpPr>
        <p:spPr>
          <a:xfrm>
            <a:off x="677335" y="4527448"/>
            <a:ext cx="8596800" cy="1513800"/>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440"/>
              <a:buNone/>
              <a:defRPr sz="1800">
                <a:solidFill>
                  <a:srgbClr val="7F7F7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357" name="Google Shape;357;h160691dd5ea774ad_0_858"/>
          <p:cNvSpPr txBox="1"/>
          <p:nvPr>
            <p:ph idx="10" type="dt"/>
          </p:nvPr>
        </p:nvSpPr>
        <p:spPr>
          <a:xfrm>
            <a:off x="7205133" y="6041362"/>
            <a:ext cx="912000" cy="3651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8" name="Google Shape;358;h160691dd5ea774ad_0_858"/>
          <p:cNvSpPr txBox="1"/>
          <p:nvPr>
            <p:ph idx="11" type="ftr"/>
          </p:nvPr>
        </p:nvSpPr>
        <p:spPr>
          <a:xfrm>
            <a:off x="677334" y="6041362"/>
            <a:ext cx="6297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9" name="Google Shape;359;h160691dd5ea774ad_0_858"/>
          <p:cNvSpPr txBox="1"/>
          <p:nvPr>
            <p:ph idx="12" type="sldNum"/>
          </p:nvPr>
        </p:nvSpPr>
        <p:spPr>
          <a:xfrm>
            <a:off x="8590663" y="6041362"/>
            <a:ext cx="6834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360" name="Shape 360"/>
        <p:cNvGrpSpPr/>
        <p:nvPr/>
      </p:nvGrpSpPr>
      <p:grpSpPr>
        <a:xfrm>
          <a:off x="0" y="0"/>
          <a:ext cx="0" cy="0"/>
          <a:chOff x="0" y="0"/>
          <a:chExt cx="0" cy="0"/>
        </a:xfrm>
      </p:grpSpPr>
      <p:sp>
        <p:nvSpPr>
          <p:cNvPr id="361" name="Google Shape;361;h160691dd5ea774ad_0_865"/>
          <p:cNvSpPr txBox="1"/>
          <p:nvPr>
            <p:ph type="title"/>
          </p:nvPr>
        </p:nvSpPr>
        <p:spPr>
          <a:xfrm>
            <a:off x="677334" y="609600"/>
            <a:ext cx="8596800" cy="13209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2" name="Google Shape;362;h160691dd5ea774ad_0_865"/>
          <p:cNvSpPr txBox="1"/>
          <p:nvPr>
            <p:ph idx="1" type="body"/>
          </p:nvPr>
        </p:nvSpPr>
        <p:spPr>
          <a:xfrm rot="5400000">
            <a:off x="3035202" y="-197411"/>
            <a:ext cx="3880800" cy="8596800"/>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363" name="Google Shape;363;h160691dd5ea774ad_0_865"/>
          <p:cNvSpPr txBox="1"/>
          <p:nvPr>
            <p:ph idx="10" type="dt"/>
          </p:nvPr>
        </p:nvSpPr>
        <p:spPr>
          <a:xfrm>
            <a:off x="7205133" y="6041362"/>
            <a:ext cx="912000" cy="3651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4" name="Google Shape;364;h160691dd5ea774ad_0_865"/>
          <p:cNvSpPr txBox="1"/>
          <p:nvPr>
            <p:ph idx="11" type="ftr"/>
          </p:nvPr>
        </p:nvSpPr>
        <p:spPr>
          <a:xfrm>
            <a:off x="677334" y="6041362"/>
            <a:ext cx="6297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5" name="Google Shape;365;h160691dd5ea774ad_0_865"/>
          <p:cNvSpPr txBox="1"/>
          <p:nvPr>
            <p:ph idx="12" type="sldNum"/>
          </p:nvPr>
        </p:nvSpPr>
        <p:spPr>
          <a:xfrm>
            <a:off x="8590663" y="6041362"/>
            <a:ext cx="6834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366" name="Shape 366"/>
        <p:cNvGrpSpPr/>
        <p:nvPr/>
      </p:nvGrpSpPr>
      <p:grpSpPr>
        <a:xfrm>
          <a:off x="0" y="0"/>
          <a:ext cx="0" cy="0"/>
          <a:chOff x="0" y="0"/>
          <a:chExt cx="0" cy="0"/>
        </a:xfrm>
      </p:grpSpPr>
      <p:sp>
        <p:nvSpPr>
          <p:cNvPr id="367" name="Google Shape;367;h160691dd5ea774ad_0_871"/>
          <p:cNvSpPr txBox="1"/>
          <p:nvPr>
            <p:ph type="title"/>
          </p:nvPr>
        </p:nvSpPr>
        <p:spPr>
          <a:xfrm rot="5400000">
            <a:off x="5994316" y="2582999"/>
            <a:ext cx="5251500" cy="13047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8" name="Google Shape;368;h160691dd5ea774ad_0_871"/>
          <p:cNvSpPr txBox="1"/>
          <p:nvPr>
            <p:ph idx="1" type="body"/>
          </p:nvPr>
        </p:nvSpPr>
        <p:spPr>
          <a:xfrm rot="5400000">
            <a:off x="1581635" y="-294750"/>
            <a:ext cx="5251500" cy="7060200"/>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369" name="Google Shape;369;h160691dd5ea774ad_0_871"/>
          <p:cNvSpPr txBox="1"/>
          <p:nvPr>
            <p:ph idx="10" type="dt"/>
          </p:nvPr>
        </p:nvSpPr>
        <p:spPr>
          <a:xfrm>
            <a:off x="7205133" y="6041362"/>
            <a:ext cx="912000" cy="3651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0" name="Google Shape;370;h160691dd5ea774ad_0_871"/>
          <p:cNvSpPr txBox="1"/>
          <p:nvPr>
            <p:ph idx="11" type="ftr"/>
          </p:nvPr>
        </p:nvSpPr>
        <p:spPr>
          <a:xfrm>
            <a:off x="677334" y="6041362"/>
            <a:ext cx="6297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1" name="Google Shape;371;h160691dd5ea774ad_0_871"/>
          <p:cNvSpPr txBox="1"/>
          <p:nvPr>
            <p:ph idx="12" type="sldNum"/>
          </p:nvPr>
        </p:nvSpPr>
        <p:spPr>
          <a:xfrm>
            <a:off x="8590663" y="6041362"/>
            <a:ext cx="6834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ustom Layout" showMasterSp="0">
  <p:cSld name="1_Custom Layout">
    <p:bg>
      <p:bgPr>
        <a:solidFill>
          <a:schemeClr val="dk1"/>
        </a:solidFill>
      </p:bgPr>
    </p:bg>
    <p:spTree>
      <p:nvGrpSpPr>
        <p:cNvPr id="372" name="Shape 372"/>
        <p:cNvGrpSpPr/>
        <p:nvPr/>
      </p:nvGrpSpPr>
      <p:grpSpPr>
        <a:xfrm>
          <a:off x="0" y="0"/>
          <a:ext cx="0" cy="0"/>
          <a:chOff x="0" y="0"/>
          <a:chExt cx="0" cy="0"/>
        </a:xfrm>
      </p:grpSpPr>
      <p:sp>
        <p:nvSpPr>
          <p:cNvPr id="373" name="Google Shape;373;h160691dd5ea774ad_0_877"/>
          <p:cNvSpPr/>
          <p:nvPr>
            <p:ph idx="2" type="pic"/>
          </p:nvPr>
        </p:nvSpPr>
        <p:spPr>
          <a:xfrm>
            <a:off x="0" y="0"/>
            <a:ext cx="12192000" cy="6858000"/>
          </a:xfrm>
          <a:prstGeom prst="rect">
            <a:avLst/>
          </a:prstGeom>
          <a:noFill/>
          <a:ln>
            <a:noFill/>
          </a:ln>
        </p:spPr>
      </p:sp>
      <p:sp>
        <p:nvSpPr>
          <p:cNvPr descr="Tall office building looking up" id="374" name="Google Shape;374;h160691dd5ea774ad_0_877"/>
          <p:cNvSpPr/>
          <p:nvPr/>
        </p:nvSpPr>
        <p:spPr>
          <a:xfrm>
            <a:off x="3718560" y="1181123"/>
            <a:ext cx="4755000" cy="4495800"/>
          </a:xfrm>
          <a:prstGeom prst="rect">
            <a:avLst/>
          </a:prstGeom>
          <a:solidFill>
            <a:schemeClr val="accent5">
              <a:alpha val="40000"/>
            </a:schemeClr>
          </a:solidFill>
          <a:ln cap="flat" cmpd="sng" w="603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sp>
        <p:nvSpPr>
          <p:cNvPr id="375" name="Google Shape;375;h160691dd5ea774ad_0_877"/>
          <p:cNvSpPr txBox="1"/>
          <p:nvPr>
            <p:ph idx="1" type="body"/>
          </p:nvPr>
        </p:nvSpPr>
        <p:spPr>
          <a:xfrm>
            <a:off x="4149139" y="4859469"/>
            <a:ext cx="3924900" cy="490500"/>
          </a:xfrm>
          <a:prstGeom prst="rect">
            <a:avLst/>
          </a:prstGeom>
          <a:noFill/>
          <a:ln>
            <a:noFill/>
          </a:ln>
        </p:spPr>
        <p:txBody>
          <a:bodyPr anchorCtr="0" anchor="t" bIns="45700" lIns="91425" spcFirstLastPara="1" rIns="91425" wrap="square" tIns="45700">
            <a:normAutofit/>
          </a:bodyPr>
          <a:lstStyle>
            <a:lvl1pPr indent="-228600" lvl="0" marL="457200" algn="r">
              <a:spcBef>
                <a:spcPts val="1000"/>
              </a:spcBef>
              <a:spcAft>
                <a:spcPts val="0"/>
              </a:spcAft>
              <a:buSzPts val="1920"/>
              <a:buNone/>
              <a:defRPr b="1" sz="2400">
                <a:solidFill>
                  <a:schemeClr val="accent4"/>
                </a:solidFill>
                <a:latin typeface="Calibri"/>
                <a:ea typeface="Calibri"/>
                <a:cs typeface="Calibri"/>
                <a:sym typeface="Calibri"/>
              </a:defRPr>
            </a:lvl1pPr>
            <a:lvl2pPr indent="-228600" lvl="1" marL="914400" algn="l">
              <a:spcBef>
                <a:spcPts val="1000"/>
              </a:spcBef>
              <a:spcAft>
                <a:spcPts val="0"/>
              </a:spcAft>
              <a:buSzPts val="1280"/>
              <a:buNone/>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376" name="Google Shape;376;h160691dd5ea774ad_0_877"/>
          <p:cNvSpPr txBox="1"/>
          <p:nvPr>
            <p:ph type="title"/>
          </p:nvPr>
        </p:nvSpPr>
        <p:spPr>
          <a:xfrm>
            <a:off x="4149139" y="1529685"/>
            <a:ext cx="3924900" cy="1695600"/>
          </a:xfrm>
          <a:prstGeom prst="rect">
            <a:avLst/>
          </a:prstGeom>
          <a:noFill/>
          <a:ln>
            <a:noFill/>
          </a:ln>
        </p:spPr>
        <p:txBody>
          <a:bodyPr anchorCtr="0" anchor="t" bIns="45700" lIns="91425" spcFirstLastPara="1" rIns="91425" wrap="square" tIns="45700">
            <a:normAutofit/>
          </a:bodyPr>
          <a:lstStyle>
            <a:lvl1pPr lvl="0" algn="l">
              <a:spcBef>
                <a:spcPts val="1000"/>
              </a:spcBef>
              <a:spcAft>
                <a:spcPts val="0"/>
              </a:spcAft>
              <a:buClr>
                <a:schemeClr val="lt1"/>
              </a:buClr>
              <a:buSzPts val="4800"/>
              <a:buFont typeface="Trebuchet MS"/>
              <a:buNone/>
              <a:defRPr b="1" sz="480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theme" Target="../theme/theme1.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41.xml"/><Relationship Id="rId11" Type="http://schemas.openxmlformats.org/officeDocument/2006/relationships/slideLayout" Target="../slideLayouts/slideLayout32.xml"/><Relationship Id="rId22" Type="http://schemas.openxmlformats.org/officeDocument/2006/relationships/theme" Target="../theme/theme2.xml"/><Relationship Id="rId10" Type="http://schemas.openxmlformats.org/officeDocument/2006/relationships/slideLayout" Target="../slideLayouts/slideLayout31.xml"/><Relationship Id="rId21" Type="http://schemas.openxmlformats.org/officeDocument/2006/relationships/slideLayout" Target="../slideLayouts/slideLayout42.xml"/><Relationship Id="rId13" Type="http://schemas.openxmlformats.org/officeDocument/2006/relationships/slideLayout" Target="../slideLayouts/slideLayout34.xml"/><Relationship Id="rId12" Type="http://schemas.openxmlformats.org/officeDocument/2006/relationships/slideLayout" Target="../slideLayouts/slideLayout33.xml"/><Relationship Id="rId1" Type="http://schemas.openxmlformats.org/officeDocument/2006/relationships/slideLayout" Target="../slideLayouts/slideLayout22.xml"/><Relationship Id="rId2" Type="http://schemas.openxmlformats.org/officeDocument/2006/relationships/slideLayout" Target="../slideLayouts/slideLayout23.xml"/><Relationship Id="rId3" Type="http://schemas.openxmlformats.org/officeDocument/2006/relationships/slideLayout" Target="../slideLayouts/slideLayout24.xml"/><Relationship Id="rId4" Type="http://schemas.openxmlformats.org/officeDocument/2006/relationships/slideLayout" Target="../slideLayouts/slideLayout25.xml"/><Relationship Id="rId9" Type="http://schemas.openxmlformats.org/officeDocument/2006/relationships/slideLayout" Target="../slideLayouts/slideLayout30.xml"/><Relationship Id="rId15" Type="http://schemas.openxmlformats.org/officeDocument/2006/relationships/slideLayout" Target="../slideLayouts/slideLayout36.xml"/><Relationship Id="rId14" Type="http://schemas.openxmlformats.org/officeDocument/2006/relationships/slideLayout" Target="../slideLayouts/slideLayout35.xml"/><Relationship Id="rId17" Type="http://schemas.openxmlformats.org/officeDocument/2006/relationships/slideLayout" Target="../slideLayouts/slideLayout38.xml"/><Relationship Id="rId16" Type="http://schemas.openxmlformats.org/officeDocument/2006/relationships/slideLayout" Target="../slideLayouts/slideLayout37.xml"/><Relationship Id="rId5" Type="http://schemas.openxmlformats.org/officeDocument/2006/relationships/slideLayout" Target="../slideLayouts/slideLayout26.xml"/><Relationship Id="rId19" Type="http://schemas.openxmlformats.org/officeDocument/2006/relationships/slideLayout" Target="../slideLayouts/slideLayout40.xml"/><Relationship Id="rId6" Type="http://schemas.openxmlformats.org/officeDocument/2006/relationships/slideLayout" Target="../slideLayouts/slideLayout27.xml"/><Relationship Id="rId18" Type="http://schemas.openxmlformats.org/officeDocument/2006/relationships/slideLayout" Target="../slideLayouts/slideLayout39.xml"/><Relationship Id="rId7" Type="http://schemas.openxmlformats.org/officeDocument/2006/relationships/slideLayout" Target="../slideLayouts/slideLayout28.xml"/><Relationship Id="rId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grpSp>
        <p:nvGrpSpPr>
          <p:cNvPr id="10" name="Google Shape;10;p8"/>
          <p:cNvGrpSpPr/>
          <p:nvPr/>
        </p:nvGrpSpPr>
        <p:grpSpPr>
          <a:xfrm>
            <a:off x="0" y="-8467"/>
            <a:ext cx="12192000" cy="6866467"/>
            <a:chOff x="0" y="-8467"/>
            <a:chExt cx="12192000" cy="6866467"/>
          </a:xfrm>
        </p:grpSpPr>
        <p:cxnSp>
          <p:nvCxnSpPr>
            <p:cNvPr id="11" name="Google Shape;11;p8"/>
            <p:cNvCxnSpPr/>
            <p:nvPr/>
          </p:nvCxnSpPr>
          <p:spPr>
            <a:xfrm>
              <a:off x="9371012" y="0"/>
              <a:ext cx="1219200" cy="6858000"/>
            </a:xfrm>
            <a:prstGeom prst="straightConnector1">
              <a:avLst/>
            </a:prstGeom>
            <a:noFill/>
            <a:ln cap="flat" cmpd="sng" w="9525">
              <a:solidFill>
                <a:schemeClr val="accent1">
                  <a:alpha val="70196"/>
                </a:schemeClr>
              </a:solidFill>
              <a:prstDash val="solid"/>
              <a:round/>
              <a:headEnd len="sm" w="sm" type="none"/>
              <a:tailEnd len="sm" w="sm" type="none"/>
            </a:ln>
          </p:spPr>
        </p:cxnSp>
        <p:cxnSp>
          <p:nvCxnSpPr>
            <p:cNvPr id="12" name="Google Shape;12;p8"/>
            <p:cNvCxnSpPr/>
            <p:nvPr/>
          </p:nvCxnSpPr>
          <p:spPr>
            <a:xfrm flipH="1">
              <a:off x="7425267" y="3681413"/>
              <a:ext cx="4763558" cy="3176587"/>
            </a:xfrm>
            <a:prstGeom prst="straightConnector1">
              <a:avLst/>
            </a:prstGeom>
            <a:noFill/>
            <a:ln cap="flat" cmpd="sng" w="9525">
              <a:solidFill>
                <a:schemeClr val="accent1">
                  <a:alpha val="70196"/>
                </a:schemeClr>
              </a:solidFill>
              <a:prstDash val="solid"/>
              <a:round/>
              <a:headEnd len="sm" w="sm" type="none"/>
              <a:tailEnd len="sm" w="sm" type="none"/>
            </a:ln>
          </p:spPr>
        </p:cxnSp>
        <p:sp>
          <p:nvSpPr>
            <p:cNvPr id="13" name="Google Shape;13;p8"/>
            <p:cNvSpPr/>
            <p:nvPr/>
          </p:nvSpPr>
          <p:spPr>
            <a:xfrm>
              <a:off x="9181476" y="-8467"/>
              <a:ext cx="3007349" cy="6866467"/>
            </a:xfrm>
            <a:custGeom>
              <a:rect b="b" l="l" r="r" t="t"/>
              <a:pathLst>
                <a:path extrusionOk="0" h="6866467" w="3007349">
                  <a:moveTo>
                    <a:pt x="2045532" y="0"/>
                  </a:moveTo>
                  <a:lnTo>
                    <a:pt x="3007349" y="0"/>
                  </a:lnTo>
                  <a:lnTo>
                    <a:pt x="3007349" y="6866467"/>
                  </a:lnTo>
                  <a:lnTo>
                    <a:pt x="0" y="6866467"/>
                  </a:lnTo>
                  <a:lnTo>
                    <a:pt x="2045532" y="0"/>
                  </a:lnTo>
                  <a:close/>
                </a:path>
              </a:pathLst>
            </a:custGeom>
            <a:solidFill>
              <a:schemeClr val="accent1">
                <a:alpha val="36078"/>
              </a:schemeClr>
            </a:solidFill>
            <a:ln>
              <a:noFill/>
            </a:ln>
          </p:spPr>
        </p:sp>
        <p:sp>
          <p:nvSpPr>
            <p:cNvPr id="14" name="Google Shape;14;p8"/>
            <p:cNvSpPr/>
            <p:nvPr/>
          </p:nvSpPr>
          <p:spPr>
            <a:xfrm>
              <a:off x="9603442" y="-8467"/>
              <a:ext cx="2588558" cy="6866467"/>
            </a:xfrm>
            <a:custGeom>
              <a:rect b="b" l="l" r="r" t="t"/>
              <a:pathLst>
                <a:path extrusionOk="0" h="6866467" w="2573311">
                  <a:moveTo>
                    <a:pt x="0" y="0"/>
                  </a:moveTo>
                  <a:lnTo>
                    <a:pt x="2573311" y="0"/>
                  </a:lnTo>
                  <a:lnTo>
                    <a:pt x="2573311" y="6866467"/>
                  </a:lnTo>
                  <a:lnTo>
                    <a:pt x="1202336" y="6866467"/>
                  </a:lnTo>
                  <a:lnTo>
                    <a:pt x="0" y="0"/>
                  </a:lnTo>
                  <a:close/>
                </a:path>
              </a:pathLst>
            </a:custGeom>
            <a:solidFill>
              <a:schemeClr val="accent1">
                <a:alpha val="20000"/>
              </a:schemeClr>
            </a:solidFill>
            <a:ln>
              <a:noFill/>
            </a:ln>
          </p:spPr>
        </p:sp>
        <p:sp>
          <p:nvSpPr>
            <p:cNvPr id="15" name="Google Shape;15;p8"/>
            <p:cNvSpPr/>
            <p:nvPr/>
          </p:nvSpPr>
          <p:spPr>
            <a:xfrm>
              <a:off x="8932333" y="3048000"/>
              <a:ext cx="3259667" cy="3810000"/>
            </a:xfrm>
            <a:prstGeom prst="triangle">
              <a:avLst>
                <a:gd fmla="val 100000" name="adj"/>
              </a:avLst>
            </a:prstGeom>
            <a:solidFill>
              <a:srgbClr val="16B0E3">
                <a:alpha val="6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8"/>
            <p:cNvSpPr/>
            <p:nvPr/>
          </p:nvSpPr>
          <p:spPr>
            <a:xfrm>
              <a:off x="9334500" y="-8467"/>
              <a:ext cx="2854326" cy="6866467"/>
            </a:xfrm>
            <a:custGeom>
              <a:rect b="b" l="l" r="r" t="t"/>
              <a:pathLst>
                <a:path extrusionOk="0" h="6866467" w="2858013">
                  <a:moveTo>
                    <a:pt x="0" y="0"/>
                  </a:moveTo>
                  <a:lnTo>
                    <a:pt x="2858013" y="0"/>
                  </a:lnTo>
                  <a:lnTo>
                    <a:pt x="2858013" y="6866467"/>
                  </a:lnTo>
                  <a:lnTo>
                    <a:pt x="2473942" y="6866467"/>
                  </a:lnTo>
                  <a:lnTo>
                    <a:pt x="0" y="0"/>
                  </a:lnTo>
                  <a:close/>
                </a:path>
              </a:pathLst>
            </a:custGeom>
            <a:solidFill>
              <a:srgbClr val="16B0E3">
                <a:alpha val="50196"/>
              </a:srgbClr>
            </a:solidFill>
            <a:ln>
              <a:noFill/>
            </a:ln>
          </p:spPr>
        </p:sp>
        <p:sp>
          <p:nvSpPr>
            <p:cNvPr id="17" name="Google Shape;17;p8"/>
            <p:cNvSpPr/>
            <p:nvPr/>
          </p:nvSpPr>
          <p:spPr>
            <a:xfrm>
              <a:off x="10898730" y="-8467"/>
              <a:ext cx="1290094" cy="6866467"/>
            </a:xfrm>
            <a:custGeom>
              <a:rect b="b" l="l" r="r" t="t"/>
              <a:pathLst>
                <a:path extrusionOk="0" h="6858000" w="1290094">
                  <a:moveTo>
                    <a:pt x="1019735" y="0"/>
                  </a:moveTo>
                  <a:lnTo>
                    <a:pt x="1290094" y="0"/>
                  </a:lnTo>
                  <a:lnTo>
                    <a:pt x="1290094" y="6858000"/>
                  </a:lnTo>
                  <a:lnTo>
                    <a:pt x="0" y="6858000"/>
                  </a:lnTo>
                  <a:lnTo>
                    <a:pt x="1019735" y="0"/>
                  </a:lnTo>
                  <a:close/>
                </a:path>
              </a:pathLst>
            </a:custGeom>
            <a:solidFill>
              <a:schemeClr val="accent2">
                <a:alpha val="70196"/>
              </a:schemeClr>
            </a:solidFill>
            <a:ln>
              <a:noFill/>
            </a:ln>
          </p:spPr>
        </p:sp>
        <p:sp>
          <p:nvSpPr>
            <p:cNvPr id="18" name="Google Shape;18;p8"/>
            <p:cNvSpPr/>
            <p:nvPr/>
          </p:nvSpPr>
          <p:spPr>
            <a:xfrm>
              <a:off x="10938999" y="-8467"/>
              <a:ext cx="1249825" cy="6866467"/>
            </a:xfrm>
            <a:custGeom>
              <a:rect b="b" l="l" r="r" t="t"/>
              <a:pathLst>
                <a:path extrusionOk="0" h="6858000" w="1249825">
                  <a:moveTo>
                    <a:pt x="0" y="0"/>
                  </a:moveTo>
                  <a:lnTo>
                    <a:pt x="1249825" y="0"/>
                  </a:lnTo>
                  <a:lnTo>
                    <a:pt x="1249825" y="6858000"/>
                  </a:lnTo>
                  <a:lnTo>
                    <a:pt x="1109382" y="6858000"/>
                  </a:lnTo>
                  <a:lnTo>
                    <a:pt x="0" y="0"/>
                  </a:lnTo>
                  <a:close/>
                </a:path>
              </a:pathLst>
            </a:custGeom>
            <a:solidFill>
              <a:srgbClr val="226292">
                <a:alpha val="80000"/>
              </a:srgbClr>
            </a:solidFill>
            <a:ln>
              <a:noFill/>
            </a:ln>
          </p:spPr>
        </p:sp>
        <p:sp>
          <p:nvSpPr>
            <p:cNvPr id="19" name="Google Shape;19;p8"/>
            <p:cNvSpPr/>
            <p:nvPr/>
          </p:nvSpPr>
          <p:spPr>
            <a:xfrm>
              <a:off x="10371666" y="3589867"/>
              <a:ext cx="1817159" cy="3268133"/>
            </a:xfrm>
            <a:prstGeom prst="triangle">
              <a:avLst>
                <a:gd fmla="val 100000" name="adj"/>
              </a:avLst>
            </a:prstGeom>
            <a:solidFill>
              <a:srgbClr val="16B0E3">
                <a:alpha val="6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8"/>
            <p:cNvSpPr/>
            <p:nvPr/>
          </p:nvSpPr>
          <p:spPr>
            <a:xfrm>
              <a:off x="0" y="4013200"/>
              <a:ext cx="448733" cy="2844800"/>
            </a:xfrm>
            <a:prstGeom prst="triangle">
              <a:avLst>
                <a:gd fmla="val 0" name="adj"/>
              </a:avLst>
            </a:prstGeom>
            <a:solidFill>
              <a:schemeClr val="accent1">
                <a:alpha val="70196"/>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8"/>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marR="0" rtl="0" algn="l">
              <a:spcBef>
                <a:spcPts val="0"/>
              </a:spcBef>
              <a:spcAft>
                <a:spcPts val="0"/>
              </a:spcAft>
              <a:buClr>
                <a:schemeClr val="accent1"/>
              </a:buClr>
              <a:buSzPts val="3600"/>
              <a:buFont typeface="Trebuchet MS"/>
              <a:buNone/>
              <a:defRPr b="0" i="0" sz="3600" u="none" cap="none" strike="noStrike">
                <a:solidFill>
                  <a:schemeClr val="accent1"/>
                </a:solidFill>
                <a:latin typeface="Trebuchet MS"/>
                <a:ea typeface="Trebuchet MS"/>
                <a:cs typeface="Trebuchet MS"/>
                <a:sym typeface="Trebuchet MS"/>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22" name="Google Shape;22;p8"/>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lvl1pPr indent="-320040" lvl="0" marL="457200" marR="0" rtl="0" algn="l">
              <a:spcBef>
                <a:spcPts val="1000"/>
              </a:spcBef>
              <a:spcAft>
                <a:spcPts val="0"/>
              </a:spcAft>
              <a:buClr>
                <a:schemeClr val="accent1"/>
              </a:buClr>
              <a:buSzPts val="1440"/>
              <a:buFont typeface="Noto Sans Symbols"/>
              <a:buChar char="►"/>
              <a:defRPr b="0" i="0" sz="1800" u="none" cap="none" strike="noStrike">
                <a:solidFill>
                  <a:srgbClr val="3F3F3F"/>
                </a:solidFill>
                <a:latin typeface="Trebuchet MS"/>
                <a:ea typeface="Trebuchet MS"/>
                <a:cs typeface="Trebuchet MS"/>
                <a:sym typeface="Trebuchet MS"/>
              </a:defRPr>
            </a:lvl1pPr>
            <a:lvl2pPr indent="-309880" lvl="1" marL="914400" marR="0" rtl="0" algn="l">
              <a:spcBef>
                <a:spcPts val="1000"/>
              </a:spcBef>
              <a:spcAft>
                <a:spcPts val="0"/>
              </a:spcAft>
              <a:buClr>
                <a:schemeClr val="accent1"/>
              </a:buClr>
              <a:buSzPts val="1280"/>
              <a:buFont typeface="Noto Sans Symbols"/>
              <a:buChar char="►"/>
              <a:defRPr b="0" i="0" sz="1600" u="none" cap="none" strike="noStrike">
                <a:solidFill>
                  <a:srgbClr val="3F3F3F"/>
                </a:solidFill>
                <a:latin typeface="Trebuchet MS"/>
                <a:ea typeface="Trebuchet MS"/>
                <a:cs typeface="Trebuchet MS"/>
                <a:sym typeface="Trebuchet MS"/>
              </a:defRPr>
            </a:lvl2pPr>
            <a:lvl3pPr indent="-299720" lvl="2" marL="1371600" marR="0" rtl="0" algn="l">
              <a:spcBef>
                <a:spcPts val="1000"/>
              </a:spcBef>
              <a:spcAft>
                <a:spcPts val="0"/>
              </a:spcAft>
              <a:buClr>
                <a:schemeClr val="accent1"/>
              </a:buClr>
              <a:buSzPts val="1120"/>
              <a:buFont typeface="Noto Sans Symbols"/>
              <a:buChar char="►"/>
              <a:defRPr b="0" i="0" sz="1400" u="none" cap="none" strike="noStrike">
                <a:solidFill>
                  <a:srgbClr val="3F3F3F"/>
                </a:solidFill>
                <a:latin typeface="Trebuchet MS"/>
                <a:ea typeface="Trebuchet MS"/>
                <a:cs typeface="Trebuchet MS"/>
                <a:sym typeface="Trebuchet MS"/>
              </a:defRPr>
            </a:lvl3pPr>
            <a:lvl4pPr indent="-289560" lvl="3" marL="18288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4pPr>
            <a:lvl5pPr indent="-289560" lvl="4" marL="22860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5pPr>
            <a:lvl6pPr indent="-289560" lvl="5" marL="27432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6pPr>
            <a:lvl7pPr indent="-289560" lvl="6" marL="32004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7pPr>
            <a:lvl8pPr indent="-289560" lvl="7" marL="36576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8pPr>
            <a:lvl9pPr indent="-289560" lvl="8" marL="41148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9pPr>
          </a:lstStyle>
          <a:p/>
        </p:txBody>
      </p:sp>
      <p:sp>
        <p:nvSpPr>
          <p:cNvPr id="23" name="Google Shape;23;p8"/>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900" u="none" cap="none" strike="noStrike">
                <a:solidFill>
                  <a:srgbClr val="888888"/>
                </a:solidFill>
                <a:latin typeface="Trebuchet MS"/>
                <a:ea typeface="Trebuchet MS"/>
                <a:cs typeface="Trebuchet MS"/>
                <a:sym typeface="Trebuchet MS"/>
              </a:defRPr>
            </a:lvl1pPr>
            <a:lvl2pPr lvl="1"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2pPr>
            <a:lvl3pPr lvl="2"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3pPr>
            <a:lvl4pPr lvl="3"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4pPr>
            <a:lvl5pPr lvl="4"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5pPr>
            <a:lvl6pPr lvl="5"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6pPr>
            <a:lvl7pPr lvl="6"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7pPr>
            <a:lvl8pPr lvl="7"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8pPr>
            <a:lvl9pPr lvl="8"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9pPr>
          </a:lstStyle>
          <a:p/>
        </p:txBody>
      </p:sp>
      <p:sp>
        <p:nvSpPr>
          <p:cNvPr id="24" name="Google Shape;24;p8"/>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900" u="none" cap="none" strike="noStrike">
                <a:solidFill>
                  <a:srgbClr val="888888"/>
                </a:solidFill>
                <a:latin typeface="Trebuchet MS"/>
                <a:ea typeface="Trebuchet MS"/>
                <a:cs typeface="Trebuchet MS"/>
                <a:sym typeface="Trebuchet MS"/>
              </a:defRPr>
            </a:lvl1pPr>
            <a:lvl2pPr lvl="1"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2pPr>
            <a:lvl3pPr lvl="2"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3pPr>
            <a:lvl4pPr lvl="3"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4pPr>
            <a:lvl5pPr lvl="4"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5pPr>
            <a:lvl6pPr lvl="5"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6pPr>
            <a:lvl7pPr lvl="6"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7pPr>
            <a:lvl8pPr lvl="7"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8pPr>
            <a:lvl9pPr lvl="8"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9pPr>
          </a:lstStyle>
          <a:p/>
        </p:txBody>
      </p:sp>
      <p:sp>
        <p:nvSpPr>
          <p:cNvPr id="25" name="Google Shape;25;p8"/>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900" u="none" cap="none" strike="noStrike">
                <a:solidFill>
                  <a:schemeClr val="accent1"/>
                </a:solidFill>
                <a:latin typeface="Trebuchet MS"/>
                <a:ea typeface="Trebuchet MS"/>
                <a:cs typeface="Trebuchet MS"/>
                <a:sym typeface="Trebuchet MS"/>
              </a:defRPr>
            </a:lvl1pPr>
            <a:lvl2pPr indent="0" lvl="1" marL="0" marR="0" rtl="0" algn="r">
              <a:spcBef>
                <a:spcPts val="0"/>
              </a:spcBef>
              <a:buNone/>
              <a:defRPr b="0" i="0" sz="900" u="none" cap="none" strike="noStrike">
                <a:solidFill>
                  <a:schemeClr val="accent1"/>
                </a:solidFill>
                <a:latin typeface="Trebuchet MS"/>
                <a:ea typeface="Trebuchet MS"/>
                <a:cs typeface="Trebuchet MS"/>
                <a:sym typeface="Trebuchet MS"/>
              </a:defRPr>
            </a:lvl2pPr>
            <a:lvl3pPr indent="0" lvl="2" marL="0" marR="0" rtl="0" algn="r">
              <a:spcBef>
                <a:spcPts val="0"/>
              </a:spcBef>
              <a:buNone/>
              <a:defRPr b="0" i="0" sz="900" u="none" cap="none" strike="noStrike">
                <a:solidFill>
                  <a:schemeClr val="accent1"/>
                </a:solidFill>
                <a:latin typeface="Trebuchet MS"/>
                <a:ea typeface="Trebuchet MS"/>
                <a:cs typeface="Trebuchet MS"/>
                <a:sym typeface="Trebuchet MS"/>
              </a:defRPr>
            </a:lvl3pPr>
            <a:lvl4pPr indent="0" lvl="3" marL="0" marR="0" rtl="0" algn="r">
              <a:spcBef>
                <a:spcPts val="0"/>
              </a:spcBef>
              <a:buNone/>
              <a:defRPr b="0" i="0" sz="900" u="none" cap="none" strike="noStrike">
                <a:solidFill>
                  <a:schemeClr val="accent1"/>
                </a:solidFill>
                <a:latin typeface="Trebuchet MS"/>
                <a:ea typeface="Trebuchet MS"/>
                <a:cs typeface="Trebuchet MS"/>
                <a:sym typeface="Trebuchet MS"/>
              </a:defRPr>
            </a:lvl4pPr>
            <a:lvl5pPr indent="0" lvl="4" marL="0" marR="0" rtl="0" algn="r">
              <a:spcBef>
                <a:spcPts val="0"/>
              </a:spcBef>
              <a:buNone/>
              <a:defRPr b="0" i="0" sz="900" u="none" cap="none" strike="noStrike">
                <a:solidFill>
                  <a:schemeClr val="accent1"/>
                </a:solidFill>
                <a:latin typeface="Trebuchet MS"/>
                <a:ea typeface="Trebuchet MS"/>
                <a:cs typeface="Trebuchet MS"/>
                <a:sym typeface="Trebuchet MS"/>
              </a:defRPr>
            </a:lvl5pPr>
            <a:lvl6pPr indent="0" lvl="5" marL="0" marR="0" rtl="0" algn="r">
              <a:spcBef>
                <a:spcPts val="0"/>
              </a:spcBef>
              <a:buNone/>
              <a:defRPr b="0" i="0" sz="900" u="none" cap="none" strike="noStrike">
                <a:solidFill>
                  <a:schemeClr val="accent1"/>
                </a:solidFill>
                <a:latin typeface="Trebuchet MS"/>
                <a:ea typeface="Trebuchet MS"/>
                <a:cs typeface="Trebuchet MS"/>
                <a:sym typeface="Trebuchet MS"/>
              </a:defRPr>
            </a:lvl6pPr>
            <a:lvl7pPr indent="0" lvl="6" marL="0" marR="0" rtl="0" algn="r">
              <a:spcBef>
                <a:spcPts val="0"/>
              </a:spcBef>
              <a:buNone/>
              <a:defRPr b="0" i="0" sz="900" u="none" cap="none" strike="noStrike">
                <a:solidFill>
                  <a:schemeClr val="accent1"/>
                </a:solidFill>
                <a:latin typeface="Trebuchet MS"/>
                <a:ea typeface="Trebuchet MS"/>
                <a:cs typeface="Trebuchet MS"/>
                <a:sym typeface="Trebuchet MS"/>
              </a:defRPr>
            </a:lvl7pPr>
            <a:lvl8pPr indent="0" lvl="7" marL="0" marR="0" rtl="0" algn="r">
              <a:spcBef>
                <a:spcPts val="0"/>
              </a:spcBef>
              <a:buNone/>
              <a:defRPr b="0" i="0" sz="900" u="none" cap="none" strike="noStrike">
                <a:solidFill>
                  <a:schemeClr val="accent1"/>
                </a:solidFill>
                <a:latin typeface="Trebuchet MS"/>
                <a:ea typeface="Trebuchet MS"/>
                <a:cs typeface="Trebuchet MS"/>
                <a:sym typeface="Trebuchet MS"/>
              </a:defRPr>
            </a:lvl8pPr>
            <a:lvl9pPr indent="0" lvl="8" marL="0" marR="0" rtl="0" algn="r">
              <a:spcBef>
                <a:spcPts val="0"/>
              </a:spcBef>
              <a:buNone/>
              <a:defRPr b="0" i="0" sz="900" u="none" cap="none" strike="noStrike">
                <a:solidFill>
                  <a:schemeClr val="accent1"/>
                </a:solidFill>
                <a:latin typeface="Trebuchet MS"/>
                <a:ea typeface="Trebuchet MS"/>
                <a:cs typeface="Trebuchet MS"/>
                <a:sym typeface="Trebuchet MS"/>
              </a:defRPr>
            </a:lvl9pPr>
          </a:lstStyle>
          <a:p>
            <a:pPr indent="0" lvl="0" marL="0" rtl="0" algn="r">
              <a:spcBef>
                <a:spcPts val="0"/>
              </a:spcBef>
              <a:spcAft>
                <a:spcPts val="0"/>
              </a:spcAft>
              <a:buNone/>
            </a:pPr>
            <a:fld id="{00000000-1234-1234-1234-123412341234}" type="slidenum">
              <a:rPr lang="en-US"/>
              <a:t>‹#›</a:t>
            </a:fld>
            <a:endParaRPr/>
          </a:p>
        </p:txBody>
      </p:sp>
      <p:sp>
        <p:nvSpPr>
          <p:cNvPr id="26" name="Google Shape;26;p8"/>
          <p:cNvSpPr txBox="1"/>
          <p:nvPr/>
        </p:nvSpPr>
        <p:spPr>
          <a:xfrm>
            <a:off x="660396" y="6378906"/>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100" u="none" cap="none" strike="noStrike">
                <a:solidFill>
                  <a:schemeClr val="accent2"/>
                </a:solidFill>
                <a:latin typeface="Trebuchet MS"/>
                <a:ea typeface="Trebuchet MS"/>
                <a:cs typeface="Trebuchet MS"/>
                <a:sym typeface="Trebuchet MS"/>
              </a:rPr>
              <a:t>12/29/2023</a:t>
            </a:r>
            <a:endParaRPr b="0" i="0" sz="1100" u="none" cap="none" strike="noStrike">
              <a:solidFill>
                <a:schemeClr val="accent2"/>
              </a:solidFill>
              <a:latin typeface="Trebuchet MS"/>
              <a:ea typeface="Trebuchet MS"/>
              <a:cs typeface="Trebuchet MS"/>
              <a:sym typeface="Trebuchet MS"/>
            </a:endParaRPr>
          </a:p>
        </p:txBody>
      </p:sp>
      <p:sp>
        <p:nvSpPr>
          <p:cNvPr id="27" name="Google Shape;27;p8"/>
          <p:cNvSpPr txBox="1"/>
          <p:nvPr/>
        </p:nvSpPr>
        <p:spPr>
          <a:xfrm>
            <a:off x="1445526" y="6378906"/>
            <a:ext cx="41148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i="0" lang="en-US" sz="1100" u="none" cap="none" strike="noStrike">
                <a:solidFill>
                  <a:schemeClr val="accent2"/>
                </a:solidFill>
                <a:latin typeface="Trebuchet MS"/>
                <a:ea typeface="Trebuchet MS"/>
                <a:cs typeface="Trebuchet MS"/>
                <a:sym typeface="Trebuchet MS"/>
              </a:rPr>
              <a:t>Annual Review</a:t>
            </a:r>
            <a:endParaRPr/>
          </a:p>
        </p:txBody>
      </p:sp>
      <p:sp>
        <p:nvSpPr>
          <p:cNvPr id="28" name="Google Shape;28;p8"/>
          <p:cNvSpPr txBox="1"/>
          <p:nvPr/>
        </p:nvSpPr>
        <p:spPr>
          <a:xfrm>
            <a:off x="8805338" y="6378906"/>
            <a:ext cx="2743200"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100" u="none" cap="none" strike="noStrike">
                <a:solidFill>
                  <a:schemeClr val="accent4"/>
                </a:solidFill>
                <a:latin typeface="Trebuchet MS"/>
                <a:ea typeface="Trebuchet MS"/>
                <a:cs typeface="Trebuchet MS"/>
                <a:sym typeface="Trebuchet MS"/>
              </a:rPr>
              <a:t>‹#›</a:t>
            </a:fld>
            <a:endParaRPr b="0" i="0" sz="1100" u="none" cap="none" strike="noStrike">
              <a:solidFill>
                <a:schemeClr val="accent4"/>
              </a:solidFill>
              <a:latin typeface="Trebuchet MS"/>
              <a:ea typeface="Trebuchet MS"/>
              <a:cs typeface="Trebuchet MS"/>
              <a:sym typeface="Trebuchet MS"/>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3" name="Shape 193"/>
        <p:cNvGrpSpPr/>
        <p:nvPr/>
      </p:nvGrpSpPr>
      <p:grpSpPr>
        <a:xfrm>
          <a:off x="0" y="0"/>
          <a:ext cx="0" cy="0"/>
          <a:chOff x="0" y="0"/>
          <a:chExt cx="0" cy="0"/>
        </a:xfrm>
      </p:grpSpPr>
      <p:grpSp>
        <p:nvGrpSpPr>
          <p:cNvPr id="194" name="Google Shape;194;h160691dd5ea774ad_0_698"/>
          <p:cNvGrpSpPr/>
          <p:nvPr/>
        </p:nvGrpSpPr>
        <p:grpSpPr>
          <a:xfrm>
            <a:off x="0" y="-8467"/>
            <a:ext cx="12192133" cy="6866580"/>
            <a:chOff x="0" y="-8467"/>
            <a:chExt cx="12192133" cy="6866580"/>
          </a:xfrm>
        </p:grpSpPr>
        <p:cxnSp>
          <p:nvCxnSpPr>
            <p:cNvPr id="195" name="Google Shape;195;h160691dd5ea774ad_0_698"/>
            <p:cNvCxnSpPr/>
            <p:nvPr/>
          </p:nvCxnSpPr>
          <p:spPr>
            <a:xfrm>
              <a:off x="9371012" y="0"/>
              <a:ext cx="1219200" cy="6858000"/>
            </a:xfrm>
            <a:prstGeom prst="straightConnector1">
              <a:avLst/>
            </a:prstGeom>
            <a:noFill/>
            <a:ln cap="flat" cmpd="sng" w="9525">
              <a:solidFill>
                <a:schemeClr val="accent1">
                  <a:alpha val="70200"/>
                </a:schemeClr>
              </a:solidFill>
              <a:prstDash val="solid"/>
              <a:round/>
              <a:headEnd len="sm" w="sm" type="none"/>
              <a:tailEnd len="sm" w="sm" type="none"/>
            </a:ln>
          </p:spPr>
        </p:cxnSp>
        <p:cxnSp>
          <p:nvCxnSpPr>
            <p:cNvPr id="196" name="Google Shape;196;h160691dd5ea774ad_0_698"/>
            <p:cNvCxnSpPr/>
            <p:nvPr/>
          </p:nvCxnSpPr>
          <p:spPr>
            <a:xfrm flipH="1">
              <a:off x="7425125" y="3681413"/>
              <a:ext cx="4763700" cy="3176700"/>
            </a:xfrm>
            <a:prstGeom prst="straightConnector1">
              <a:avLst/>
            </a:prstGeom>
            <a:noFill/>
            <a:ln cap="flat" cmpd="sng" w="9525">
              <a:solidFill>
                <a:schemeClr val="accent1">
                  <a:alpha val="70200"/>
                </a:schemeClr>
              </a:solidFill>
              <a:prstDash val="solid"/>
              <a:round/>
              <a:headEnd len="sm" w="sm" type="none"/>
              <a:tailEnd len="sm" w="sm" type="none"/>
            </a:ln>
          </p:spPr>
        </p:cxnSp>
        <p:sp>
          <p:nvSpPr>
            <p:cNvPr id="197" name="Google Shape;197;h160691dd5ea774ad_0_698"/>
            <p:cNvSpPr/>
            <p:nvPr/>
          </p:nvSpPr>
          <p:spPr>
            <a:xfrm>
              <a:off x="9181476" y="-8467"/>
              <a:ext cx="3007349" cy="6866467"/>
            </a:xfrm>
            <a:custGeom>
              <a:rect b="b" l="l" r="r" t="t"/>
              <a:pathLst>
                <a:path extrusionOk="0" h="6866467" w="3007349">
                  <a:moveTo>
                    <a:pt x="2045532" y="0"/>
                  </a:moveTo>
                  <a:lnTo>
                    <a:pt x="3007349" y="0"/>
                  </a:lnTo>
                  <a:lnTo>
                    <a:pt x="3007349" y="6866467"/>
                  </a:lnTo>
                  <a:lnTo>
                    <a:pt x="0" y="6866467"/>
                  </a:lnTo>
                  <a:lnTo>
                    <a:pt x="2045532" y="0"/>
                  </a:lnTo>
                  <a:close/>
                </a:path>
              </a:pathLst>
            </a:custGeom>
            <a:solidFill>
              <a:schemeClr val="accent1">
                <a:alpha val="36080"/>
              </a:schemeClr>
            </a:solidFill>
            <a:ln>
              <a:noFill/>
            </a:ln>
          </p:spPr>
        </p:sp>
        <p:sp>
          <p:nvSpPr>
            <p:cNvPr id="198" name="Google Shape;198;h160691dd5ea774ad_0_698"/>
            <p:cNvSpPr/>
            <p:nvPr/>
          </p:nvSpPr>
          <p:spPr>
            <a:xfrm>
              <a:off x="9603442" y="-8467"/>
              <a:ext cx="2586178" cy="6866467"/>
            </a:xfrm>
            <a:custGeom>
              <a:rect b="b" l="l" r="r" t="t"/>
              <a:pathLst>
                <a:path extrusionOk="0" h="6866467" w="2573311">
                  <a:moveTo>
                    <a:pt x="0" y="0"/>
                  </a:moveTo>
                  <a:lnTo>
                    <a:pt x="2573311" y="0"/>
                  </a:lnTo>
                  <a:lnTo>
                    <a:pt x="2573311" y="6866467"/>
                  </a:lnTo>
                  <a:lnTo>
                    <a:pt x="1202336" y="6866467"/>
                  </a:lnTo>
                  <a:lnTo>
                    <a:pt x="0" y="0"/>
                  </a:lnTo>
                  <a:close/>
                </a:path>
              </a:pathLst>
            </a:custGeom>
            <a:solidFill>
              <a:schemeClr val="accent1">
                <a:alpha val="20000"/>
              </a:schemeClr>
            </a:solidFill>
            <a:ln>
              <a:noFill/>
            </a:ln>
          </p:spPr>
        </p:sp>
        <p:sp>
          <p:nvSpPr>
            <p:cNvPr id="199" name="Google Shape;199;h160691dd5ea774ad_0_698"/>
            <p:cNvSpPr/>
            <p:nvPr/>
          </p:nvSpPr>
          <p:spPr>
            <a:xfrm>
              <a:off x="8932333" y="3048000"/>
              <a:ext cx="3259800" cy="3810000"/>
            </a:xfrm>
            <a:prstGeom prst="triangle">
              <a:avLst>
                <a:gd fmla="val 100000" name="adj"/>
              </a:avLst>
            </a:prstGeom>
            <a:solidFill>
              <a:srgbClr val="16B0E3">
                <a:alpha val="658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h160691dd5ea774ad_0_698"/>
            <p:cNvSpPr/>
            <p:nvPr/>
          </p:nvSpPr>
          <p:spPr>
            <a:xfrm>
              <a:off x="9334500" y="-8467"/>
              <a:ext cx="2850868" cy="6866467"/>
            </a:xfrm>
            <a:custGeom>
              <a:rect b="b" l="l" r="r" t="t"/>
              <a:pathLst>
                <a:path extrusionOk="0" h="6866467" w="2858013">
                  <a:moveTo>
                    <a:pt x="0" y="0"/>
                  </a:moveTo>
                  <a:lnTo>
                    <a:pt x="2858013" y="0"/>
                  </a:lnTo>
                  <a:lnTo>
                    <a:pt x="2858013" y="6866467"/>
                  </a:lnTo>
                  <a:lnTo>
                    <a:pt x="2473942" y="6866467"/>
                  </a:lnTo>
                  <a:lnTo>
                    <a:pt x="0" y="0"/>
                  </a:lnTo>
                  <a:close/>
                </a:path>
              </a:pathLst>
            </a:custGeom>
            <a:solidFill>
              <a:srgbClr val="16B0E3">
                <a:alpha val="50200"/>
              </a:srgbClr>
            </a:solidFill>
            <a:ln>
              <a:noFill/>
            </a:ln>
          </p:spPr>
        </p:sp>
        <p:sp>
          <p:nvSpPr>
            <p:cNvPr id="201" name="Google Shape;201;h160691dd5ea774ad_0_698"/>
            <p:cNvSpPr/>
            <p:nvPr/>
          </p:nvSpPr>
          <p:spPr>
            <a:xfrm>
              <a:off x="10898730" y="-8467"/>
              <a:ext cx="1290094" cy="6858000"/>
            </a:xfrm>
            <a:custGeom>
              <a:rect b="b" l="l" r="r" t="t"/>
              <a:pathLst>
                <a:path extrusionOk="0" h="6858000" w="1290094">
                  <a:moveTo>
                    <a:pt x="1019735" y="0"/>
                  </a:moveTo>
                  <a:lnTo>
                    <a:pt x="1290094" y="0"/>
                  </a:lnTo>
                  <a:lnTo>
                    <a:pt x="1290094" y="6858000"/>
                  </a:lnTo>
                  <a:lnTo>
                    <a:pt x="0" y="6858000"/>
                  </a:lnTo>
                  <a:lnTo>
                    <a:pt x="1019735" y="0"/>
                  </a:lnTo>
                  <a:close/>
                </a:path>
              </a:pathLst>
            </a:custGeom>
            <a:solidFill>
              <a:schemeClr val="accent2">
                <a:alpha val="70200"/>
              </a:schemeClr>
            </a:solidFill>
            <a:ln>
              <a:noFill/>
            </a:ln>
          </p:spPr>
        </p:sp>
        <p:sp>
          <p:nvSpPr>
            <p:cNvPr id="202" name="Google Shape;202;h160691dd5ea774ad_0_698"/>
            <p:cNvSpPr/>
            <p:nvPr/>
          </p:nvSpPr>
          <p:spPr>
            <a:xfrm>
              <a:off x="10938999" y="-8467"/>
              <a:ext cx="1249825" cy="6858000"/>
            </a:xfrm>
            <a:custGeom>
              <a:rect b="b" l="l" r="r" t="t"/>
              <a:pathLst>
                <a:path extrusionOk="0" h="6858000" w="1249825">
                  <a:moveTo>
                    <a:pt x="0" y="0"/>
                  </a:moveTo>
                  <a:lnTo>
                    <a:pt x="1249825" y="0"/>
                  </a:lnTo>
                  <a:lnTo>
                    <a:pt x="1249825" y="6858000"/>
                  </a:lnTo>
                  <a:lnTo>
                    <a:pt x="1109382" y="6858000"/>
                  </a:lnTo>
                  <a:lnTo>
                    <a:pt x="0" y="0"/>
                  </a:lnTo>
                  <a:close/>
                </a:path>
              </a:pathLst>
            </a:custGeom>
            <a:solidFill>
              <a:srgbClr val="226292">
                <a:alpha val="80000"/>
              </a:srgbClr>
            </a:solidFill>
            <a:ln>
              <a:noFill/>
            </a:ln>
          </p:spPr>
        </p:sp>
        <p:sp>
          <p:nvSpPr>
            <p:cNvPr id="203" name="Google Shape;203;h160691dd5ea774ad_0_698"/>
            <p:cNvSpPr/>
            <p:nvPr/>
          </p:nvSpPr>
          <p:spPr>
            <a:xfrm>
              <a:off x="10371666" y="3589867"/>
              <a:ext cx="1817100" cy="3268200"/>
            </a:xfrm>
            <a:prstGeom prst="triangle">
              <a:avLst>
                <a:gd fmla="val 100000" name="adj"/>
              </a:avLst>
            </a:prstGeom>
            <a:solidFill>
              <a:srgbClr val="16B0E3">
                <a:alpha val="658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h160691dd5ea774ad_0_698"/>
            <p:cNvSpPr/>
            <p:nvPr/>
          </p:nvSpPr>
          <p:spPr>
            <a:xfrm>
              <a:off x="0" y="4013200"/>
              <a:ext cx="448800" cy="2844900"/>
            </a:xfrm>
            <a:prstGeom prst="triangle">
              <a:avLst>
                <a:gd fmla="val 0" name="adj"/>
              </a:avLst>
            </a:prstGeom>
            <a:solidFill>
              <a:schemeClr val="accent1">
                <a:alpha val="702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5" name="Google Shape;205;h160691dd5ea774ad_0_698"/>
          <p:cNvSpPr txBox="1"/>
          <p:nvPr>
            <p:ph type="title"/>
          </p:nvPr>
        </p:nvSpPr>
        <p:spPr>
          <a:xfrm>
            <a:off x="677334" y="609600"/>
            <a:ext cx="8596800" cy="1320900"/>
          </a:xfrm>
          <a:prstGeom prst="rect">
            <a:avLst/>
          </a:prstGeom>
          <a:noFill/>
          <a:ln>
            <a:noFill/>
          </a:ln>
        </p:spPr>
        <p:txBody>
          <a:bodyPr anchorCtr="0" anchor="t" bIns="45700" lIns="91425" spcFirstLastPara="1" rIns="91425" wrap="square" tIns="45700">
            <a:normAutofit/>
          </a:bodyPr>
          <a:lstStyle>
            <a:lvl1pPr lvl="0" marR="0" algn="l">
              <a:spcBef>
                <a:spcPts val="0"/>
              </a:spcBef>
              <a:spcAft>
                <a:spcPts val="0"/>
              </a:spcAft>
              <a:buClr>
                <a:schemeClr val="accent1"/>
              </a:buClr>
              <a:buSzPts val="3600"/>
              <a:buFont typeface="Trebuchet MS"/>
              <a:buNone/>
              <a:defRPr b="0" i="0" sz="3600" u="none" cap="none" strike="noStrike">
                <a:solidFill>
                  <a:schemeClr val="accent1"/>
                </a:solidFill>
                <a:latin typeface="Trebuchet MS"/>
                <a:ea typeface="Trebuchet MS"/>
                <a:cs typeface="Trebuchet MS"/>
                <a:sym typeface="Trebuchet MS"/>
              </a:defRPr>
            </a:lvl1pPr>
            <a:lvl2pPr lvl="1" marR="0" algn="l">
              <a:spcBef>
                <a:spcPts val="0"/>
              </a:spcBef>
              <a:spcAft>
                <a:spcPts val="0"/>
              </a:spcAft>
              <a:buSzPts val="1400"/>
              <a:buNone/>
              <a:defRPr b="0" i="0" sz="1800" u="none" cap="none" strike="noStrike">
                <a:solidFill>
                  <a:schemeClr val="dk2"/>
                </a:solidFill>
              </a:defRPr>
            </a:lvl2pPr>
            <a:lvl3pPr lvl="2" marR="0" algn="l">
              <a:spcBef>
                <a:spcPts val="0"/>
              </a:spcBef>
              <a:spcAft>
                <a:spcPts val="0"/>
              </a:spcAft>
              <a:buSzPts val="1400"/>
              <a:buNone/>
              <a:defRPr b="0" i="0" sz="1800" u="none" cap="none" strike="noStrike">
                <a:solidFill>
                  <a:schemeClr val="dk2"/>
                </a:solidFill>
              </a:defRPr>
            </a:lvl3pPr>
            <a:lvl4pPr lvl="3" marR="0" algn="l">
              <a:spcBef>
                <a:spcPts val="0"/>
              </a:spcBef>
              <a:spcAft>
                <a:spcPts val="0"/>
              </a:spcAft>
              <a:buSzPts val="1400"/>
              <a:buNone/>
              <a:defRPr b="0" i="0" sz="1800" u="none" cap="none" strike="noStrike">
                <a:solidFill>
                  <a:schemeClr val="dk2"/>
                </a:solidFill>
              </a:defRPr>
            </a:lvl4pPr>
            <a:lvl5pPr lvl="4" marR="0" algn="l">
              <a:spcBef>
                <a:spcPts val="0"/>
              </a:spcBef>
              <a:spcAft>
                <a:spcPts val="0"/>
              </a:spcAft>
              <a:buSzPts val="1400"/>
              <a:buNone/>
              <a:defRPr b="0" i="0" sz="1800" u="none" cap="none" strike="noStrike">
                <a:solidFill>
                  <a:schemeClr val="dk2"/>
                </a:solidFill>
              </a:defRPr>
            </a:lvl5pPr>
            <a:lvl6pPr lvl="5" marR="0" algn="l">
              <a:spcBef>
                <a:spcPts val="0"/>
              </a:spcBef>
              <a:spcAft>
                <a:spcPts val="0"/>
              </a:spcAft>
              <a:buSzPts val="1400"/>
              <a:buNone/>
              <a:defRPr b="0" i="0" sz="1800" u="none" cap="none" strike="noStrike">
                <a:solidFill>
                  <a:schemeClr val="dk2"/>
                </a:solidFill>
              </a:defRPr>
            </a:lvl6pPr>
            <a:lvl7pPr lvl="6" marR="0" algn="l">
              <a:spcBef>
                <a:spcPts val="0"/>
              </a:spcBef>
              <a:spcAft>
                <a:spcPts val="0"/>
              </a:spcAft>
              <a:buSzPts val="1400"/>
              <a:buNone/>
              <a:defRPr b="0" i="0" sz="1800" u="none" cap="none" strike="noStrike">
                <a:solidFill>
                  <a:schemeClr val="dk2"/>
                </a:solidFill>
              </a:defRPr>
            </a:lvl7pPr>
            <a:lvl8pPr lvl="7" marR="0" algn="l">
              <a:spcBef>
                <a:spcPts val="0"/>
              </a:spcBef>
              <a:spcAft>
                <a:spcPts val="0"/>
              </a:spcAft>
              <a:buSzPts val="1400"/>
              <a:buNone/>
              <a:defRPr b="0" i="0" sz="1800" u="none" cap="none" strike="noStrike">
                <a:solidFill>
                  <a:schemeClr val="dk2"/>
                </a:solidFill>
              </a:defRPr>
            </a:lvl8pPr>
            <a:lvl9pPr lvl="8" marR="0" algn="l">
              <a:spcBef>
                <a:spcPts val="0"/>
              </a:spcBef>
              <a:spcAft>
                <a:spcPts val="0"/>
              </a:spcAft>
              <a:buSzPts val="1400"/>
              <a:buNone/>
              <a:defRPr b="0" i="0" sz="1800" u="none" cap="none" strike="noStrike">
                <a:solidFill>
                  <a:schemeClr val="dk2"/>
                </a:solidFill>
              </a:defRPr>
            </a:lvl9pPr>
          </a:lstStyle>
          <a:p/>
        </p:txBody>
      </p:sp>
      <p:sp>
        <p:nvSpPr>
          <p:cNvPr id="206" name="Google Shape;206;h160691dd5ea774ad_0_698"/>
          <p:cNvSpPr txBox="1"/>
          <p:nvPr>
            <p:ph idx="1" type="body"/>
          </p:nvPr>
        </p:nvSpPr>
        <p:spPr>
          <a:xfrm>
            <a:off x="677334" y="2160589"/>
            <a:ext cx="8596800" cy="3880800"/>
          </a:xfrm>
          <a:prstGeom prst="rect">
            <a:avLst/>
          </a:prstGeom>
          <a:noFill/>
          <a:ln>
            <a:noFill/>
          </a:ln>
        </p:spPr>
        <p:txBody>
          <a:bodyPr anchorCtr="0" anchor="t" bIns="45700" lIns="91425" spcFirstLastPara="1" rIns="91425" wrap="square" tIns="45700">
            <a:normAutofit/>
          </a:bodyPr>
          <a:lstStyle>
            <a:lvl1pPr indent="-320040" lvl="0" marL="457200" marR="0" algn="l">
              <a:spcBef>
                <a:spcPts val="1000"/>
              </a:spcBef>
              <a:spcAft>
                <a:spcPts val="0"/>
              </a:spcAft>
              <a:buClr>
                <a:schemeClr val="accent1"/>
              </a:buClr>
              <a:buSzPts val="1440"/>
              <a:buFont typeface="Noto Sans Symbols"/>
              <a:buChar char="►"/>
              <a:defRPr b="0" i="0" sz="1800" u="none" cap="none" strike="noStrike">
                <a:solidFill>
                  <a:srgbClr val="3F3F3F"/>
                </a:solidFill>
                <a:latin typeface="Trebuchet MS"/>
                <a:ea typeface="Trebuchet MS"/>
                <a:cs typeface="Trebuchet MS"/>
                <a:sym typeface="Trebuchet MS"/>
              </a:defRPr>
            </a:lvl1pPr>
            <a:lvl2pPr indent="-309880" lvl="1" marL="914400" marR="0" algn="l">
              <a:spcBef>
                <a:spcPts val="1000"/>
              </a:spcBef>
              <a:spcAft>
                <a:spcPts val="0"/>
              </a:spcAft>
              <a:buClr>
                <a:schemeClr val="accent1"/>
              </a:buClr>
              <a:buSzPts val="1280"/>
              <a:buFont typeface="Noto Sans Symbols"/>
              <a:buChar char="►"/>
              <a:defRPr b="0" i="0" sz="1600" u="none" cap="none" strike="noStrike">
                <a:solidFill>
                  <a:srgbClr val="3F3F3F"/>
                </a:solidFill>
                <a:latin typeface="Trebuchet MS"/>
                <a:ea typeface="Trebuchet MS"/>
                <a:cs typeface="Trebuchet MS"/>
                <a:sym typeface="Trebuchet MS"/>
              </a:defRPr>
            </a:lvl2pPr>
            <a:lvl3pPr indent="-299720" lvl="2" marL="1371600" marR="0" algn="l">
              <a:spcBef>
                <a:spcPts val="1000"/>
              </a:spcBef>
              <a:spcAft>
                <a:spcPts val="0"/>
              </a:spcAft>
              <a:buClr>
                <a:schemeClr val="accent1"/>
              </a:buClr>
              <a:buSzPts val="1120"/>
              <a:buFont typeface="Noto Sans Symbols"/>
              <a:buChar char="►"/>
              <a:defRPr b="0" i="0" sz="1400" u="none" cap="none" strike="noStrike">
                <a:solidFill>
                  <a:srgbClr val="3F3F3F"/>
                </a:solidFill>
                <a:latin typeface="Trebuchet MS"/>
                <a:ea typeface="Trebuchet MS"/>
                <a:cs typeface="Trebuchet MS"/>
                <a:sym typeface="Trebuchet MS"/>
              </a:defRPr>
            </a:lvl3pPr>
            <a:lvl4pPr indent="-289560" lvl="3" marL="1828800" marR="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4pPr>
            <a:lvl5pPr indent="-289560" lvl="4" marL="2286000" marR="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5pPr>
            <a:lvl6pPr indent="-289560" lvl="5" marL="2743200" marR="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6pPr>
            <a:lvl7pPr indent="-289560" lvl="6" marL="3200400" marR="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7pPr>
            <a:lvl8pPr indent="-289560" lvl="7" marL="3657600" marR="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8pPr>
            <a:lvl9pPr indent="-289560" lvl="8" marL="4114800" marR="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9pPr>
          </a:lstStyle>
          <a:p/>
        </p:txBody>
      </p:sp>
      <p:sp>
        <p:nvSpPr>
          <p:cNvPr id="207" name="Google Shape;207;h160691dd5ea774ad_0_698"/>
          <p:cNvSpPr txBox="1"/>
          <p:nvPr>
            <p:ph idx="10" type="dt"/>
          </p:nvPr>
        </p:nvSpPr>
        <p:spPr>
          <a:xfrm>
            <a:off x="7205133" y="6041362"/>
            <a:ext cx="912000" cy="365100"/>
          </a:xfrm>
          <a:prstGeom prst="rect">
            <a:avLst/>
          </a:prstGeom>
          <a:noFill/>
          <a:ln>
            <a:noFill/>
          </a:ln>
        </p:spPr>
        <p:txBody>
          <a:bodyPr anchorCtr="0" anchor="ctr" bIns="45700" lIns="91425" spcFirstLastPara="1" rIns="91425" wrap="square" tIns="45700">
            <a:noAutofit/>
          </a:bodyPr>
          <a:lstStyle>
            <a:lvl1pPr lvl="0" marR="0" algn="r">
              <a:spcBef>
                <a:spcPts val="0"/>
              </a:spcBef>
              <a:spcAft>
                <a:spcPts val="0"/>
              </a:spcAft>
              <a:buSzPts val="1400"/>
              <a:buNone/>
              <a:defRPr b="0" i="0" sz="900" u="none" cap="none" strike="noStrike">
                <a:solidFill>
                  <a:srgbClr val="888888"/>
                </a:solidFill>
                <a:latin typeface="Trebuchet MS"/>
                <a:ea typeface="Trebuchet MS"/>
                <a:cs typeface="Trebuchet MS"/>
                <a:sym typeface="Trebuchet MS"/>
              </a:defRPr>
            </a:lvl1pPr>
            <a:lvl2pPr lvl="1" marR="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2pPr>
            <a:lvl3pPr lvl="2" marR="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3pPr>
            <a:lvl4pPr lvl="3" marR="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4pPr>
            <a:lvl5pPr lvl="4" marR="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5pPr>
            <a:lvl6pPr lvl="5" marR="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6pPr>
            <a:lvl7pPr lvl="6" marR="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7pPr>
            <a:lvl8pPr lvl="7" marR="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8pPr>
            <a:lvl9pPr lvl="8" marR="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9pPr>
          </a:lstStyle>
          <a:p/>
        </p:txBody>
      </p:sp>
      <p:sp>
        <p:nvSpPr>
          <p:cNvPr id="208" name="Google Shape;208;h160691dd5ea774ad_0_698"/>
          <p:cNvSpPr txBox="1"/>
          <p:nvPr>
            <p:ph idx="11" type="ftr"/>
          </p:nvPr>
        </p:nvSpPr>
        <p:spPr>
          <a:xfrm>
            <a:off x="677334" y="6041362"/>
            <a:ext cx="6297600" cy="365100"/>
          </a:xfrm>
          <a:prstGeom prst="rect">
            <a:avLst/>
          </a:prstGeom>
          <a:noFill/>
          <a:ln>
            <a:noFill/>
          </a:ln>
        </p:spPr>
        <p:txBody>
          <a:bodyPr anchorCtr="0" anchor="ctr" bIns="45700" lIns="91425" spcFirstLastPara="1" rIns="91425" wrap="square" tIns="45700">
            <a:noAutofit/>
          </a:bodyPr>
          <a:lstStyle>
            <a:lvl1pPr lvl="0" marR="0" algn="l">
              <a:spcBef>
                <a:spcPts val="0"/>
              </a:spcBef>
              <a:spcAft>
                <a:spcPts val="0"/>
              </a:spcAft>
              <a:buSzPts val="1400"/>
              <a:buNone/>
              <a:defRPr b="0" i="0" sz="900" u="none" cap="none" strike="noStrike">
                <a:solidFill>
                  <a:srgbClr val="888888"/>
                </a:solidFill>
                <a:latin typeface="Trebuchet MS"/>
                <a:ea typeface="Trebuchet MS"/>
                <a:cs typeface="Trebuchet MS"/>
                <a:sym typeface="Trebuchet MS"/>
              </a:defRPr>
            </a:lvl1pPr>
            <a:lvl2pPr lvl="1" marR="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2pPr>
            <a:lvl3pPr lvl="2" marR="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3pPr>
            <a:lvl4pPr lvl="3" marR="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4pPr>
            <a:lvl5pPr lvl="4" marR="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5pPr>
            <a:lvl6pPr lvl="5" marR="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6pPr>
            <a:lvl7pPr lvl="6" marR="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7pPr>
            <a:lvl8pPr lvl="7" marR="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8pPr>
            <a:lvl9pPr lvl="8" marR="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9pPr>
          </a:lstStyle>
          <a:p/>
        </p:txBody>
      </p:sp>
      <p:sp>
        <p:nvSpPr>
          <p:cNvPr id="209" name="Google Shape;209;h160691dd5ea774ad_0_698"/>
          <p:cNvSpPr txBox="1"/>
          <p:nvPr>
            <p:ph idx="12" type="sldNum"/>
          </p:nvPr>
        </p:nvSpPr>
        <p:spPr>
          <a:xfrm>
            <a:off x="8590663" y="6041362"/>
            <a:ext cx="683400" cy="365100"/>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b="0" i="0" sz="900" u="none" cap="none" strike="noStrike">
                <a:solidFill>
                  <a:schemeClr val="accent1"/>
                </a:solidFill>
                <a:latin typeface="Trebuchet MS"/>
                <a:ea typeface="Trebuchet MS"/>
                <a:cs typeface="Trebuchet MS"/>
                <a:sym typeface="Trebuchet MS"/>
              </a:defRPr>
            </a:lvl1pPr>
            <a:lvl2pPr indent="0" lvl="1" marL="0" marR="0" algn="r">
              <a:spcBef>
                <a:spcPts val="0"/>
              </a:spcBef>
              <a:buNone/>
              <a:defRPr b="0" i="0" sz="900" u="none" cap="none" strike="noStrike">
                <a:solidFill>
                  <a:schemeClr val="accent1"/>
                </a:solidFill>
                <a:latin typeface="Trebuchet MS"/>
                <a:ea typeface="Trebuchet MS"/>
                <a:cs typeface="Trebuchet MS"/>
                <a:sym typeface="Trebuchet MS"/>
              </a:defRPr>
            </a:lvl2pPr>
            <a:lvl3pPr indent="0" lvl="2" marL="0" marR="0" algn="r">
              <a:spcBef>
                <a:spcPts val="0"/>
              </a:spcBef>
              <a:buNone/>
              <a:defRPr b="0" i="0" sz="900" u="none" cap="none" strike="noStrike">
                <a:solidFill>
                  <a:schemeClr val="accent1"/>
                </a:solidFill>
                <a:latin typeface="Trebuchet MS"/>
                <a:ea typeface="Trebuchet MS"/>
                <a:cs typeface="Trebuchet MS"/>
                <a:sym typeface="Trebuchet MS"/>
              </a:defRPr>
            </a:lvl3pPr>
            <a:lvl4pPr indent="0" lvl="3" marL="0" marR="0" algn="r">
              <a:spcBef>
                <a:spcPts val="0"/>
              </a:spcBef>
              <a:buNone/>
              <a:defRPr b="0" i="0" sz="900" u="none" cap="none" strike="noStrike">
                <a:solidFill>
                  <a:schemeClr val="accent1"/>
                </a:solidFill>
                <a:latin typeface="Trebuchet MS"/>
                <a:ea typeface="Trebuchet MS"/>
                <a:cs typeface="Trebuchet MS"/>
                <a:sym typeface="Trebuchet MS"/>
              </a:defRPr>
            </a:lvl4pPr>
            <a:lvl5pPr indent="0" lvl="4" marL="0" marR="0" algn="r">
              <a:spcBef>
                <a:spcPts val="0"/>
              </a:spcBef>
              <a:buNone/>
              <a:defRPr b="0" i="0" sz="900" u="none" cap="none" strike="noStrike">
                <a:solidFill>
                  <a:schemeClr val="accent1"/>
                </a:solidFill>
                <a:latin typeface="Trebuchet MS"/>
                <a:ea typeface="Trebuchet MS"/>
                <a:cs typeface="Trebuchet MS"/>
                <a:sym typeface="Trebuchet MS"/>
              </a:defRPr>
            </a:lvl5pPr>
            <a:lvl6pPr indent="0" lvl="5" marL="0" marR="0" algn="r">
              <a:spcBef>
                <a:spcPts val="0"/>
              </a:spcBef>
              <a:buNone/>
              <a:defRPr b="0" i="0" sz="900" u="none" cap="none" strike="noStrike">
                <a:solidFill>
                  <a:schemeClr val="accent1"/>
                </a:solidFill>
                <a:latin typeface="Trebuchet MS"/>
                <a:ea typeface="Trebuchet MS"/>
                <a:cs typeface="Trebuchet MS"/>
                <a:sym typeface="Trebuchet MS"/>
              </a:defRPr>
            </a:lvl6pPr>
            <a:lvl7pPr indent="0" lvl="6" marL="0" marR="0" algn="r">
              <a:spcBef>
                <a:spcPts val="0"/>
              </a:spcBef>
              <a:buNone/>
              <a:defRPr b="0" i="0" sz="900" u="none" cap="none" strike="noStrike">
                <a:solidFill>
                  <a:schemeClr val="accent1"/>
                </a:solidFill>
                <a:latin typeface="Trebuchet MS"/>
                <a:ea typeface="Trebuchet MS"/>
                <a:cs typeface="Trebuchet MS"/>
                <a:sym typeface="Trebuchet MS"/>
              </a:defRPr>
            </a:lvl7pPr>
            <a:lvl8pPr indent="0" lvl="7" marL="0" marR="0" algn="r">
              <a:spcBef>
                <a:spcPts val="0"/>
              </a:spcBef>
              <a:buNone/>
              <a:defRPr b="0" i="0" sz="900" u="none" cap="none" strike="noStrike">
                <a:solidFill>
                  <a:schemeClr val="accent1"/>
                </a:solidFill>
                <a:latin typeface="Trebuchet MS"/>
                <a:ea typeface="Trebuchet MS"/>
                <a:cs typeface="Trebuchet MS"/>
                <a:sym typeface="Trebuchet MS"/>
              </a:defRPr>
            </a:lvl8pPr>
            <a:lvl9pPr indent="0" lvl="8" marL="0" marR="0" algn="r">
              <a:spcBef>
                <a:spcPts val="0"/>
              </a:spcBef>
              <a:buNone/>
              <a:defRPr b="0" i="0" sz="900" u="none" cap="none" strike="noStrike">
                <a:solidFill>
                  <a:schemeClr val="accent1"/>
                </a:solidFill>
                <a:latin typeface="Trebuchet MS"/>
                <a:ea typeface="Trebuchet MS"/>
                <a:cs typeface="Trebuchet MS"/>
                <a:sym typeface="Trebuchet MS"/>
              </a:defRPr>
            </a:lvl9pPr>
          </a:lstStyle>
          <a:p>
            <a:pPr indent="0" lvl="0" marL="0" rtl="0" algn="r">
              <a:spcBef>
                <a:spcPts val="0"/>
              </a:spcBef>
              <a:spcAft>
                <a:spcPts val="0"/>
              </a:spcAft>
              <a:buNone/>
            </a:pPr>
            <a:fld id="{00000000-1234-1234-1234-123412341234}" type="slidenum">
              <a:rPr lang="en-US"/>
              <a:t>‹#›</a:t>
            </a:fld>
            <a:endParaRPr/>
          </a:p>
        </p:txBody>
      </p:sp>
      <p:sp>
        <p:nvSpPr>
          <p:cNvPr id="210" name="Google Shape;210;h160691dd5ea774ad_0_698"/>
          <p:cNvSpPr txBox="1"/>
          <p:nvPr/>
        </p:nvSpPr>
        <p:spPr>
          <a:xfrm>
            <a:off x="660396" y="6378906"/>
            <a:ext cx="2743200" cy="365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100" u="none" cap="none" strike="noStrike">
                <a:solidFill>
                  <a:schemeClr val="accent2"/>
                </a:solidFill>
                <a:latin typeface="Trebuchet MS"/>
                <a:ea typeface="Trebuchet MS"/>
                <a:cs typeface="Trebuchet MS"/>
                <a:sym typeface="Trebuchet MS"/>
              </a:rPr>
              <a:t>9/2/2026</a:t>
            </a:r>
            <a:endParaRPr b="0" i="0" sz="1100" u="none" cap="none" strike="noStrike">
              <a:solidFill>
                <a:schemeClr val="accent2"/>
              </a:solidFill>
              <a:latin typeface="Trebuchet MS"/>
              <a:ea typeface="Trebuchet MS"/>
              <a:cs typeface="Trebuchet MS"/>
              <a:sym typeface="Trebuchet MS"/>
            </a:endParaRPr>
          </a:p>
        </p:txBody>
      </p:sp>
      <p:sp>
        <p:nvSpPr>
          <p:cNvPr id="211" name="Google Shape;211;h160691dd5ea774ad_0_698"/>
          <p:cNvSpPr txBox="1"/>
          <p:nvPr/>
        </p:nvSpPr>
        <p:spPr>
          <a:xfrm>
            <a:off x="1445526" y="6378906"/>
            <a:ext cx="4114800" cy="365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i="0" lang="en-US" sz="1100" u="none" cap="none" strike="noStrike">
                <a:solidFill>
                  <a:schemeClr val="accent2"/>
                </a:solidFill>
                <a:latin typeface="Trebuchet MS"/>
                <a:ea typeface="Trebuchet MS"/>
                <a:cs typeface="Trebuchet MS"/>
                <a:sym typeface="Trebuchet MS"/>
              </a:rPr>
              <a:t>Annual Review</a:t>
            </a:r>
            <a:endParaRPr/>
          </a:p>
        </p:txBody>
      </p:sp>
      <p:sp>
        <p:nvSpPr>
          <p:cNvPr id="212" name="Google Shape;212;h160691dd5ea774ad_0_698"/>
          <p:cNvSpPr txBox="1"/>
          <p:nvPr/>
        </p:nvSpPr>
        <p:spPr>
          <a:xfrm>
            <a:off x="8805338" y="6378906"/>
            <a:ext cx="2743200" cy="3651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100" u="none" cap="none" strike="noStrike">
                <a:solidFill>
                  <a:schemeClr val="accent4"/>
                </a:solidFill>
                <a:latin typeface="Trebuchet MS"/>
                <a:ea typeface="Trebuchet MS"/>
                <a:cs typeface="Trebuchet MS"/>
                <a:sym typeface="Trebuchet MS"/>
              </a:rPr>
              <a:t>‹#›</a:t>
            </a:fld>
            <a:endParaRPr b="0" i="0" sz="1100" u="none" cap="none" strike="noStrike">
              <a:solidFill>
                <a:schemeClr val="accent4"/>
              </a:solidFill>
              <a:latin typeface="Trebuchet MS"/>
              <a:ea typeface="Trebuchet MS"/>
              <a:cs typeface="Trebuchet MS"/>
              <a:sym typeface="Trebuchet MS"/>
            </a:endParaRPr>
          </a:p>
        </p:txBody>
      </p:sp>
    </p:spTree>
  </p:cSld>
  <p:clrMap accent1="accent1" accent2="accent2" accent3="accent3" accent4="accent4" accent5="accent5" accent6="accent6" bg1="lt1" bg2="dk2" tx1="dk1" tx2="lt2" folHlink="folHlink" hlink="hlink"/>
  <p:sldLayoutIdLst>
    <p:sldLayoutId id="2147483671" r:id="rId1"/>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 id="2147483683" r:id="rId13"/>
    <p:sldLayoutId id="2147483684" r:id="rId14"/>
    <p:sldLayoutId id="2147483685" r:id="rId15"/>
    <p:sldLayoutId id="2147483686" r:id="rId16"/>
    <p:sldLayoutId id="2147483687" r:id="rId17"/>
    <p:sldLayoutId id="2147483688" r:id="rId18"/>
    <p:sldLayoutId id="2147483689" r:id="rId19"/>
    <p:sldLayoutId id="2147483690" r:id="rId20"/>
    <p:sldLayoutId id="2147483691" r:id="rId2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jp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jpg"/><Relationship Id="rId4" Type="http://schemas.openxmlformats.org/officeDocument/2006/relationships/hyperlink" Target="https://github.com/pragyasrivastavaaa/TIRTC-PROJECT-VOIS-INTERNSHIP-Healthcare-Analytics-for-Doctor-Visits.git" TargetMode="External"/><Relationship Id="rId5" Type="http://schemas.openxmlformats.org/officeDocument/2006/relationships/image" Target="../media/image6.png"/><Relationship Id="rId6"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jpg"/><Relationship Id="rId4" Type="http://schemas.openxmlformats.org/officeDocument/2006/relationships/hyperlink" Target="https://github.com/pragyasrivastavaaa/TIRTC-PROJECT-VOIS-INTERNSHIP-Healthcare-Analytics-for-Doctor-Visits.git" TargetMode="External"/><Relationship Id="rId5" Type="http://schemas.openxmlformats.org/officeDocument/2006/relationships/image" Target="../media/image7.png"/><Relationship Id="rId6"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jpg"/><Relationship Id="rId4" Type="http://schemas.openxmlformats.org/officeDocument/2006/relationships/hyperlink" Target="https://github.com/pragyasrivastavaaa/TIRTC-PROJECT-VOIS-INTERNSHIP-Healthcare-Analytics-for-Doctor-Visits.git" TargetMode="External"/><Relationship Id="rId5" Type="http://schemas.openxmlformats.org/officeDocument/2006/relationships/image" Target="../media/image9.png"/><Relationship Id="rId6"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jpg"/><Relationship Id="rId4" Type="http://schemas.openxmlformats.org/officeDocument/2006/relationships/hyperlink" Target="https://github.com/pragyasrivastavaaa/TIRTC-PROJECT-VOIS-INTERNSHIP-Healthcare-Analytics-for-Doctor-Visits.git" TargetMode="External"/><Relationship Id="rId5" Type="http://schemas.openxmlformats.org/officeDocument/2006/relationships/image" Target="../media/image13.png"/><Relationship Id="rId6" Type="http://schemas.openxmlformats.org/officeDocument/2006/relationships/image" Target="../media/image1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jpg"/><Relationship Id="rId4" Type="http://schemas.openxmlformats.org/officeDocument/2006/relationships/hyperlink" Target="https://github.com/pragyasrivastavaaa/TIRTC-PROJECT-VOIS-INTERNSHIP-Healthcare-Analytics-for-Doctor-Visits.git" TargetMode="External"/><Relationship Id="rId5" Type="http://schemas.openxmlformats.org/officeDocument/2006/relationships/image" Target="../media/image12.png"/><Relationship Id="rId6"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jpg"/><Relationship Id="rId4" Type="http://schemas.openxmlformats.org/officeDocument/2006/relationships/hyperlink" Target="https://github.com/pragyasrivastavaaa/TIRTC-PROJECT-VOIS-INTERNSHIP-Healthcare-Analytics-for-Doctor-Visits.git" TargetMode="External"/><Relationship Id="rId5" Type="http://schemas.openxmlformats.org/officeDocument/2006/relationships/image" Target="../media/image22.png"/><Relationship Id="rId6"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jpg"/><Relationship Id="rId4" Type="http://schemas.openxmlformats.org/officeDocument/2006/relationships/hyperlink" Target="https://github.com/pragyasrivastavaaa/TIRTC-PROJECT-VOIS-INTERNSHIP-Healthcare-Analytics-for-Doctor-Visits.git" TargetMode="External"/><Relationship Id="rId5" Type="http://schemas.openxmlformats.org/officeDocument/2006/relationships/image" Target="../media/image19.png"/><Relationship Id="rId6" Type="http://schemas.openxmlformats.org/officeDocument/2006/relationships/image" Target="../media/image14.png"/><Relationship Id="rId7" Type="http://schemas.openxmlformats.org/officeDocument/2006/relationships/image" Target="../media/image2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4.xml"/><Relationship Id="rId3" Type="http://schemas.openxmlformats.org/officeDocument/2006/relationships/image" Target="../media/image1.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5.xml"/><Relationship Id="rId3" Type="http://schemas.openxmlformats.org/officeDocument/2006/relationships/image" Target="../media/image1.jpg"/><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1.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1"/>
          <p:cNvSpPr txBox="1"/>
          <p:nvPr>
            <p:ph type="title"/>
          </p:nvPr>
        </p:nvSpPr>
        <p:spPr>
          <a:xfrm>
            <a:off x="5222527" y="2050550"/>
            <a:ext cx="6089100" cy="743400"/>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chemeClr val="dk1"/>
              </a:buClr>
              <a:buSzPct val="72727"/>
              <a:buFont typeface="Trebuchet MS"/>
              <a:buNone/>
            </a:pPr>
            <a:r>
              <a:rPr b="1" lang="en-US" sz="4400">
                <a:latin typeface="Times New Roman"/>
                <a:ea typeface="Times New Roman"/>
                <a:cs typeface="Times New Roman"/>
                <a:sym typeface="Times New Roman"/>
              </a:rPr>
              <a:t>TIRTC Project: Healthcare Analytics for Doctor Visits</a:t>
            </a:r>
            <a:endParaRPr b="1" sz="4400">
              <a:latin typeface="Times New Roman"/>
              <a:ea typeface="Times New Roman"/>
              <a:cs typeface="Times New Roman"/>
              <a:sym typeface="Times New Roman"/>
            </a:endParaRPr>
          </a:p>
          <a:p>
            <a:pPr indent="0" lvl="0" marL="0" rtl="0" algn="l">
              <a:spcBef>
                <a:spcPts val="0"/>
              </a:spcBef>
              <a:spcAft>
                <a:spcPts val="0"/>
              </a:spcAft>
              <a:buClr>
                <a:schemeClr val="dk1"/>
              </a:buClr>
              <a:buSzPct val="86486"/>
              <a:buFont typeface="Arial"/>
              <a:buNone/>
            </a:pPr>
            <a:r>
              <a:rPr b="1" lang="en-US" sz="1850">
                <a:solidFill>
                  <a:srgbClr val="3F3F3F"/>
                </a:solidFill>
                <a:latin typeface="Times New Roman"/>
                <a:ea typeface="Times New Roman"/>
                <a:cs typeface="Times New Roman"/>
                <a:sym typeface="Times New Roman"/>
              </a:rPr>
              <a:t>Student Name : </a:t>
            </a:r>
            <a:r>
              <a:rPr lang="en-US" sz="1850">
                <a:solidFill>
                  <a:srgbClr val="3F3F3F"/>
                </a:solidFill>
                <a:latin typeface="Times New Roman"/>
                <a:ea typeface="Times New Roman"/>
                <a:cs typeface="Times New Roman"/>
                <a:sym typeface="Times New Roman"/>
              </a:rPr>
              <a:t>PRAGYA SRIVASTAVA </a:t>
            </a:r>
            <a:endParaRPr sz="1850">
              <a:solidFill>
                <a:srgbClr val="3F3F3F"/>
              </a:solidFill>
              <a:latin typeface="Times New Roman"/>
              <a:ea typeface="Times New Roman"/>
              <a:cs typeface="Times New Roman"/>
              <a:sym typeface="Times New Roman"/>
            </a:endParaRPr>
          </a:p>
          <a:p>
            <a:pPr indent="0" lvl="0" marL="0" rtl="0" algn="l">
              <a:spcBef>
                <a:spcPts val="0"/>
              </a:spcBef>
              <a:spcAft>
                <a:spcPts val="0"/>
              </a:spcAft>
              <a:buClr>
                <a:schemeClr val="dk1"/>
              </a:buClr>
              <a:buSzPct val="86486"/>
              <a:buFont typeface="Arial"/>
              <a:buNone/>
            </a:pPr>
            <a:r>
              <a:rPr b="1" lang="en-US" sz="1850">
                <a:solidFill>
                  <a:srgbClr val="3F3F3F"/>
                </a:solidFill>
                <a:latin typeface="Times New Roman"/>
                <a:ea typeface="Times New Roman"/>
                <a:cs typeface="Times New Roman"/>
                <a:sym typeface="Times New Roman"/>
              </a:rPr>
              <a:t>College Name :</a:t>
            </a:r>
            <a:r>
              <a:rPr lang="en-US" sz="1850">
                <a:solidFill>
                  <a:srgbClr val="3F3F3F"/>
                </a:solidFill>
                <a:latin typeface="Times New Roman"/>
                <a:ea typeface="Times New Roman"/>
                <a:cs typeface="Times New Roman"/>
                <a:sym typeface="Times New Roman"/>
              </a:rPr>
              <a:t>DELHI TECHNICAL CAMPUS,GREATER NOIDA(AFFILIATED TO GURU GOBIND SINGH INDRAPRASTHA UNIVERSITY,NEW DELHI)</a:t>
            </a:r>
            <a:endParaRPr sz="1850">
              <a:solidFill>
                <a:srgbClr val="3F3F3F"/>
              </a:solidFill>
              <a:latin typeface="Times New Roman"/>
              <a:ea typeface="Times New Roman"/>
              <a:cs typeface="Times New Roman"/>
              <a:sym typeface="Times New Roman"/>
            </a:endParaRPr>
          </a:p>
          <a:p>
            <a:pPr indent="0" lvl="0" marL="0" rtl="0" algn="l">
              <a:spcBef>
                <a:spcPts val="0"/>
              </a:spcBef>
              <a:spcAft>
                <a:spcPts val="0"/>
              </a:spcAft>
              <a:buClr>
                <a:schemeClr val="dk1"/>
              </a:buClr>
              <a:buFont typeface="Arial"/>
              <a:buNone/>
            </a:pPr>
            <a:r>
              <a:rPr b="1" lang="en-US" sz="1850">
                <a:solidFill>
                  <a:srgbClr val="3F3F3F"/>
                </a:solidFill>
                <a:latin typeface="Times New Roman"/>
                <a:ea typeface="Times New Roman"/>
                <a:cs typeface="Times New Roman"/>
                <a:sym typeface="Times New Roman"/>
              </a:rPr>
              <a:t>AICTE STU ID : </a:t>
            </a:r>
            <a:r>
              <a:rPr lang="en-US" sz="1850">
                <a:solidFill>
                  <a:srgbClr val="3F3F3F"/>
                </a:solidFill>
                <a:highlight>
                  <a:schemeClr val="lt1"/>
                </a:highlight>
                <a:latin typeface="Times New Roman"/>
                <a:ea typeface="Times New Roman"/>
                <a:cs typeface="Times New Roman"/>
                <a:sym typeface="Times New Roman"/>
              </a:rPr>
              <a:t>STU68639e54e89091751359060</a:t>
            </a:r>
            <a:endParaRPr b="1" sz="4400">
              <a:latin typeface="Times New Roman"/>
              <a:ea typeface="Times New Roman"/>
              <a:cs typeface="Times New Roman"/>
              <a:sym typeface="Times New Roman"/>
            </a:endParaRPr>
          </a:p>
          <a:p>
            <a:pPr indent="0" lvl="0" marL="0" rtl="0" algn="l">
              <a:spcBef>
                <a:spcPts val="0"/>
              </a:spcBef>
              <a:spcAft>
                <a:spcPts val="0"/>
              </a:spcAft>
              <a:buClr>
                <a:schemeClr val="dk1"/>
              </a:buClr>
              <a:buSzPct val="72727"/>
              <a:buFont typeface="Trebuchet MS"/>
              <a:buNone/>
            </a:pPr>
            <a:r>
              <a:t/>
            </a:r>
            <a:endParaRPr b="1" sz="4400">
              <a:latin typeface="Times New Roman"/>
              <a:ea typeface="Times New Roman"/>
              <a:cs typeface="Times New Roman"/>
              <a:sym typeface="Times New Roman"/>
            </a:endParaRPr>
          </a:p>
        </p:txBody>
      </p:sp>
      <p:pic>
        <p:nvPicPr>
          <p:cNvPr id="382" name="Google Shape;382;p1"/>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1"/>
                                        </p:tgtEl>
                                        <p:attrNameLst>
                                          <p:attrName>style.visibility</p:attrName>
                                        </p:attrNameLst>
                                      </p:cBhvr>
                                      <p:to>
                                        <p:strVal val="visible"/>
                                      </p:to>
                                    </p:set>
                                    <p:animEffect filter="fade" transition="in">
                                      <p:cBhvr>
                                        <p:cTn dur="1822"/>
                                        <p:tgtEl>
                                          <p:spTgt spid="38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2"/>
          <p:cNvSpPr txBox="1"/>
          <p:nvPr>
            <p:ph idx="1" type="body"/>
          </p:nvPr>
        </p:nvSpPr>
        <p:spPr>
          <a:xfrm>
            <a:off x="901250" y="1603975"/>
            <a:ext cx="5669400" cy="5163600"/>
          </a:xfrm>
          <a:prstGeom prst="rect">
            <a:avLst/>
          </a:prstGeom>
          <a:noFill/>
          <a:ln>
            <a:noFill/>
          </a:ln>
        </p:spPr>
        <p:txBody>
          <a:bodyPr anchorCtr="0" anchor="t" bIns="45700" lIns="91425" spcFirstLastPara="1" rIns="91425" wrap="square" tIns="45700">
            <a:normAutofit fontScale="62500" lnSpcReduction="20000"/>
          </a:bodyPr>
          <a:lstStyle/>
          <a:p>
            <a:pPr indent="0" lvl="0" marL="0" rtl="0" algn="l">
              <a:lnSpc>
                <a:spcPct val="115000"/>
              </a:lnSpc>
              <a:spcBef>
                <a:spcPts val="0"/>
              </a:spcBef>
              <a:spcAft>
                <a:spcPts val="0"/>
              </a:spcAft>
              <a:buSzPct val="34375"/>
              <a:buNone/>
            </a:pPr>
            <a:r>
              <a:rPr lang="en-US" sz="3200">
                <a:solidFill>
                  <a:srgbClr val="1F1F1F"/>
                </a:solidFill>
                <a:latin typeface="Times New Roman"/>
                <a:ea typeface="Times New Roman"/>
                <a:cs typeface="Times New Roman"/>
                <a:sym typeface="Times New Roman"/>
              </a:rPr>
              <a:t>Healthcare utilization and doctor visits are influenced by personal demographics, health conditions, chronic illnesses, socioeconomic backgrounds, and healthcare support systems. As a result, patient healthcare needs and visit frequencies may differ significantly across different population segments. However, raw healthcare data does not clearly explain how these factors interact or what underlying patterns drive frequent doctor visits. The problem is to analyze the given healthcare dataset and investigate patterns in doctor visits by identifying meaningful trends, relationships, and variations related to patient health, financial status, and healthcare support within the available data.</a:t>
            </a:r>
            <a:endParaRPr sz="3200">
              <a:solidFill>
                <a:srgbClr val="1F1F1F"/>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ct val="57895"/>
              <a:buFont typeface="Arial"/>
              <a:buNone/>
            </a:pPr>
            <a:r>
              <a:t/>
            </a:r>
            <a:endParaRPr sz="1900">
              <a:solidFill>
                <a:schemeClr val="dk1"/>
              </a:solidFill>
              <a:latin typeface="Times New Roman"/>
              <a:ea typeface="Times New Roman"/>
              <a:cs typeface="Times New Roman"/>
              <a:sym typeface="Times New Roman"/>
            </a:endParaRPr>
          </a:p>
          <a:p>
            <a:pPr indent="-200660" lvl="0" marL="342900" rtl="0" algn="l">
              <a:lnSpc>
                <a:spcPct val="150000"/>
              </a:lnSpc>
              <a:spcBef>
                <a:spcPts val="1200"/>
              </a:spcBef>
              <a:spcAft>
                <a:spcPts val="0"/>
              </a:spcAft>
              <a:buSzPct val="80000"/>
              <a:buNone/>
            </a:pPr>
            <a:r>
              <a:t/>
            </a:r>
            <a:endParaRPr sz="2800"/>
          </a:p>
        </p:txBody>
      </p:sp>
      <p:sp>
        <p:nvSpPr>
          <p:cNvPr id="388" name="Google Shape;388;p2"/>
          <p:cNvSpPr txBox="1"/>
          <p:nvPr>
            <p:ph type="title"/>
          </p:nvPr>
        </p:nvSpPr>
        <p:spPr>
          <a:xfrm>
            <a:off x="754602" y="550417"/>
            <a:ext cx="6995604" cy="790111"/>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chemeClr val="dk1"/>
              </a:buClr>
              <a:buSzPct val="100000"/>
              <a:buFont typeface="Trebuchet MS"/>
              <a:buNone/>
            </a:pPr>
            <a:r>
              <a:rPr lang="en-US"/>
              <a:t>PROBLEM  STATEMENT</a:t>
            </a:r>
            <a:endParaRPr/>
          </a:p>
        </p:txBody>
      </p:sp>
      <p:pic>
        <p:nvPicPr>
          <p:cNvPr id="389" name="Google Shape;389;p2"/>
          <p:cNvPicPr preferRelativeResize="0"/>
          <p:nvPr/>
        </p:nvPicPr>
        <p:blipFill rotWithShape="1">
          <a:blip r:embed="rId3">
            <a:alphaModFix/>
          </a:blip>
          <a:srcRect b="0" l="0" r="0" t="0"/>
          <a:stretch/>
        </p:blipFill>
        <p:spPr>
          <a:xfrm>
            <a:off x="7995684" y="2930834"/>
            <a:ext cx="2760758" cy="3264409"/>
          </a:xfrm>
          <a:prstGeom prst="rect">
            <a:avLst/>
          </a:prstGeom>
          <a:noFill/>
          <a:ln>
            <a:noFill/>
          </a:ln>
        </p:spPr>
      </p:pic>
      <p:pic>
        <p:nvPicPr>
          <p:cNvPr id="390" name="Google Shape;390;p2"/>
          <p:cNvPicPr preferRelativeResize="0"/>
          <p:nvPr/>
        </p:nvPicPr>
        <p:blipFill rotWithShape="1">
          <a:blip r:embed="rId4">
            <a:alphaModFix/>
          </a:blip>
          <a:srcRect b="0" l="0" r="0" t="96181"/>
          <a:stretch/>
        </p:blipFill>
        <p:spPr>
          <a:xfrm>
            <a:off x="675957" y="6471920"/>
            <a:ext cx="2143125" cy="19304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388"/>
                                        </p:tgtEl>
                                        <p:attrNameLst>
                                          <p:attrName>style.visibility</p:attrName>
                                        </p:attrNameLst>
                                      </p:cBhvr>
                                      <p:to>
                                        <p:strVal val="visible"/>
                                      </p:to>
                                    </p:set>
                                    <p:anim calcmode="lin" valueType="num">
                                      <p:cBhvr additive="base">
                                        <p:cTn dur="500"/>
                                        <p:tgtEl>
                                          <p:spTgt spid="388"/>
                                        </p:tgtEl>
                                        <p:attrNameLst>
                                          <p:attrName>ppt_w</p:attrName>
                                        </p:attrNameLst>
                                      </p:cBhvr>
                                      <p:tavLst>
                                        <p:tav fmla="" tm="0">
                                          <p:val>
                                            <p:strVal val="0"/>
                                          </p:val>
                                        </p:tav>
                                        <p:tav fmla="" tm="100000">
                                          <p:val>
                                            <p:strVal val="#ppt_w"/>
                                          </p:val>
                                        </p:tav>
                                      </p:tavLst>
                                    </p:anim>
                                    <p:anim calcmode="lin" valueType="num">
                                      <p:cBhvr additive="base">
                                        <p:cTn dur="500"/>
                                        <p:tgtEl>
                                          <p:spTgt spid="388"/>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7">
                                            <p:txEl>
                                              <p:pRg end="0" st="0"/>
                                            </p:txEl>
                                          </p:spTgt>
                                        </p:tgtEl>
                                        <p:attrNameLst>
                                          <p:attrName>style.visibility</p:attrName>
                                        </p:attrNameLst>
                                      </p:cBhvr>
                                      <p:to>
                                        <p:strVal val="visible"/>
                                      </p:to>
                                    </p:set>
                                    <p:animEffect filter="fade" transition="in">
                                      <p:cBhvr>
                                        <p:cTn dur="1000"/>
                                        <p:tgtEl>
                                          <p:spTgt spid="38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7">
                                            <p:txEl>
                                              <p:pRg end="1" st="1"/>
                                            </p:txEl>
                                          </p:spTgt>
                                        </p:tgtEl>
                                        <p:attrNameLst>
                                          <p:attrName>style.visibility</p:attrName>
                                        </p:attrNameLst>
                                      </p:cBhvr>
                                      <p:to>
                                        <p:strVal val="visible"/>
                                      </p:to>
                                    </p:set>
                                    <p:animEffect filter="fade" transition="in">
                                      <p:cBhvr>
                                        <p:cTn dur="1000"/>
                                        <p:tgtEl>
                                          <p:spTgt spid="38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7">
                                            <p:txEl>
                                              <p:pRg end="2" st="2"/>
                                            </p:txEl>
                                          </p:spTgt>
                                        </p:tgtEl>
                                        <p:attrNameLst>
                                          <p:attrName>style.visibility</p:attrName>
                                        </p:attrNameLst>
                                      </p:cBhvr>
                                      <p:to>
                                        <p:strVal val="visible"/>
                                      </p:to>
                                    </p:set>
                                    <p:animEffect filter="fade" transition="in">
                                      <p:cBhvr>
                                        <p:cTn dur="1000"/>
                                        <p:tgtEl>
                                          <p:spTgt spid="387">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394" name="Shape 394"/>
        <p:cNvGrpSpPr/>
        <p:nvPr/>
      </p:nvGrpSpPr>
      <p:grpSpPr>
        <a:xfrm>
          <a:off x="0" y="0"/>
          <a:ext cx="0" cy="0"/>
          <a:chOff x="0" y="0"/>
          <a:chExt cx="0" cy="0"/>
        </a:xfrm>
      </p:grpSpPr>
      <p:sp>
        <p:nvSpPr>
          <p:cNvPr id="395" name="Google Shape;395;p3"/>
          <p:cNvSpPr txBox="1"/>
          <p:nvPr>
            <p:ph type="title"/>
          </p:nvPr>
        </p:nvSpPr>
        <p:spPr>
          <a:xfrm>
            <a:off x="467350" y="283250"/>
            <a:ext cx="8713500" cy="831000"/>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chemeClr val="dk1"/>
              </a:buClr>
              <a:buSzPct val="100000"/>
              <a:buFont typeface="Trebuchet MS"/>
              <a:buNone/>
            </a:pPr>
            <a:r>
              <a:rPr lang="en-US">
                <a:latin typeface="Times New Roman"/>
                <a:ea typeface="Times New Roman"/>
                <a:cs typeface="Times New Roman"/>
                <a:sym typeface="Times New Roman"/>
              </a:rPr>
              <a:t>PROJECT DESCRIPTION</a:t>
            </a:r>
            <a:br>
              <a:rPr lang="en-US"/>
            </a:br>
            <a:br>
              <a:rPr lang="en-US"/>
            </a:br>
            <a:endParaRPr/>
          </a:p>
        </p:txBody>
      </p:sp>
      <p:pic>
        <p:nvPicPr>
          <p:cNvPr id="396" name="Google Shape;396;p3"/>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pic>
        <p:nvPicPr>
          <p:cNvPr id="397" name="Google Shape;397;p3"/>
          <p:cNvPicPr preferRelativeResize="0"/>
          <p:nvPr/>
        </p:nvPicPr>
        <p:blipFill rotWithShape="1">
          <a:blip r:embed="rId4">
            <a:alphaModFix/>
          </a:blip>
          <a:srcRect b="0" l="0" r="0" t="0"/>
          <a:stretch/>
        </p:blipFill>
        <p:spPr>
          <a:xfrm>
            <a:off x="467359" y="6410461"/>
            <a:ext cx="3706253" cy="296092"/>
          </a:xfrm>
          <a:prstGeom prst="rect">
            <a:avLst/>
          </a:prstGeom>
          <a:noFill/>
          <a:ln>
            <a:noFill/>
          </a:ln>
        </p:spPr>
      </p:pic>
      <p:sp>
        <p:nvSpPr>
          <p:cNvPr id="398" name="Google Shape;398;p3"/>
          <p:cNvSpPr txBox="1"/>
          <p:nvPr/>
        </p:nvSpPr>
        <p:spPr>
          <a:xfrm>
            <a:off x="358825" y="1114250"/>
            <a:ext cx="10181400" cy="5201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sz="1600">
                <a:solidFill>
                  <a:srgbClr val="1F1F1F"/>
                </a:solidFill>
                <a:latin typeface="Times New Roman"/>
                <a:ea typeface="Times New Roman"/>
                <a:cs typeface="Times New Roman"/>
                <a:sym typeface="Times New Roman"/>
              </a:rPr>
              <a:t>This project analyzes Healthcare Utilization for Doctor Visits to understand how patient healthcare visits change across different demographics and health profiles. It studies the influence of personal demographics, financial factors, health conditions, chronic illnesses, and healthcare support systems on doctor visit frequency.</a:t>
            </a:r>
            <a:endParaRPr sz="1600">
              <a:solidFill>
                <a:srgbClr val="1F1F1F"/>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t/>
            </a:r>
            <a:endParaRPr sz="1600">
              <a:solidFill>
                <a:srgbClr val="1F1F1F"/>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rPr b="1" lang="en-US" sz="1600">
                <a:solidFill>
                  <a:srgbClr val="1F1F1F"/>
                </a:solidFill>
                <a:latin typeface="Times New Roman"/>
                <a:ea typeface="Times New Roman"/>
                <a:cs typeface="Times New Roman"/>
                <a:sym typeface="Times New Roman"/>
              </a:rPr>
              <a:t>Key Areas of Analysis</a:t>
            </a:r>
            <a:endParaRPr b="1" sz="1600">
              <a:solidFill>
                <a:srgbClr val="1F1F1F"/>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t/>
            </a:r>
            <a:endParaRPr sz="1600">
              <a:solidFill>
                <a:srgbClr val="1F1F1F"/>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rgbClr val="1F1F1F"/>
              </a:buClr>
              <a:buSzPts val="1600"/>
              <a:buChar char="●"/>
            </a:pPr>
            <a:r>
              <a:rPr b="1" lang="en-US" sz="1600">
                <a:solidFill>
                  <a:srgbClr val="1F1F1F"/>
                </a:solidFill>
                <a:latin typeface="Times New Roman"/>
                <a:ea typeface="Times New Roman"/>
                <a:cs typeface="Times New Roman"/>
                <a:sym typeface="Times New Roman"/>
              </a:rPr>
              <a:t>Data Cleaning:</a:t>
            </a:r>
            <a:r>
              <a:rPr lang="en-US" sz="1600">
                <a:solidFill>
                  <a:srgbClr val="1F1F1F"/>
                </a:solidFill>
                <a:latin typeface="Times New Roman"/>
                <a:ea typeface="Times New Roman"/>
                <a:cs typeface="Times New Roman"/>
                <a:sym typeface="Times New Roman"/>
              </a:rPr>
              <a:t> This handles missing values, duplicates, data types, and outliers.</a:t>
            </a:r>
            <a:endParaRPr sz="1600">
              <a:solidFill>
                <a:srgbClr val="1F1F1F"/>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rgbClr val="1F1F1F"/>
              </a:buClr>
              <a:buSzPts val="1600"/>
              <a:buChar char="●"/>
            </a:pPr>
            <a:r>
              <a:rPr b="1" lang="en-US" sz="1600">
                <a:solidFill>
                  <a:srgbClr val="1F1F1F"/>
                </a:solidFill>
                <a:latin typeface="Times New Roman"/>
                <a:ea typeface="Times New Roman"/>
                <a:cs typeface="Times New Roman"/>
                <a:sym typeface="Times New Roman"/>
              </a:rPr>
              <a:t>Demographic &amp; Patient Analysis:</a:t>
            </a:r>
            <a:r>
              <a:rPr lang="en-US" sz="1600">
                <a:solidFill>
                  <a:srgbClr val="1F1F1F"/>
                </a:solidFill>
                <a:latin typeface="Times New Roman"/>
                <a:ea typeface="Times New Roman"/>
                <a:cs typeface="Times New Roman"/>
                <a:sym typeface="Times New Roman"/>
              </a:rPr>
              <a:t> Here comparison of visit frequency across gender, age groups, and personal characteristics takes place.</a:t>
            </a:r>
            <a:endParaRPr sz="1600">
              <a:solidFill>
                <a:srgbClr val="1F1F1F"/>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rgbClr val="1F1F1F"/>
              </a:buClr>
              <a:buSzPts val="1600"/>
              <a:buChar char="●"/>
            </a:pPr>
            <a:r>
              <a:rPr b="1" lang="en-US" sz="1600">
                <a:solidFill>
                  <a:srgbClr val="1F1F1F"/>
                </a:solidFill>
                <a:latin typeface="Times New Roman"/>
                <a:ea typeface="Times New Roman"/>
                <a:cs typeface="Times New Roman"/>
                <a:sym typeface="Times New Roman"/>
              </a:rPr>
              <a:t>Relationship Analysis:</a:t>
            </a:r>
            <a:r>
              <a:rPr lang="en-US" sz="1600">
                <a:solidFill>
                  <a:srgbClr val="1F1F1F"/>
                </a:solidFill>
                <a:latin typeface="Times New Roman"/>
                <a:ea typeface="Times New Roman"/>
                <a:cs typeface="Times New Roman"/>
                <a:sym typeface="Times New Roman"/>
              </a:rPr>
              <a:t> Here the effect of illness scores, reduced activity days, and general health indicators on doctor visits is observed and analyzed.</a:t>
            </a:r>
            <a:endParaRPr sz="1600">
              <a:solidFill>
                <a:srgbClr val="1F1F1F"/>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rgbClr val="1F1F1F"/>
              </a:buClr>
              <a:buSzPts val="1600"/>
              <a:buChar char="●"/>
            </a:pPr>
            <a:r>
              <a:rPr b="1" lang="en-US" sz="1600">
                <a:solidFill>
                  <a:srgbClr val="1F1F1F"/>
                </a:solidFill>
                <a:latin typeface="Times New Roman"/>
                <a:ea typeface="Times New Roman"/>
                <a:cs typeface="Times New Roman"/>
                <a:sym typeface="Times New Roman"/>
              </a:rPr>
              <a:t>Health &amp; Clinical Analysis:</a:t>
            </a:r>
            <a:r>
              <a:rPr lang="en-US" sz="1600">
                <a:solidFill>
                  <a:srgbClr val="1F1F1F"/>
                </a:solidFill>
                <a:latin typeface="Times New Roman"/>
                <a:ea typeface="Times New Roman"/>
                <a:cs typeface="Times New Roman"/>
                <a:sym typeface="Times New Roman"/>
              </a:rPr>
              <a:t> This handles the impact of chronic and long-term health conditions on healthcare utilization.</a:t>
            </a:r>
            <a:endParaRPr sz="1600">
              <a:solidFill>
                <a:srgbClr val="1F1F1F"/>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rgbClr val="1F1F1F"/>
              </a:buClr>
              <a:buSzPts val="1600"/>
              <a:buChar char="●"/>
            </a:pPr>
            <a:r>
              <a:rPr b="1" lang="en-US" sz="1600">
                <a:solidFill>
                  <a:srgbClr val="1F1F1F"/>
                </a:solidFill>
                <a:latin typeface="Times New Roman"/>
                <a:ea typeface="Times New Roman"/>
                <a:cs typeface="Times New Roman"/>
                <a:sym typeface="Times New Roman"/>
              </a:rPr>
              <a:t>Economic &amp; Support Analysis:</a:t>
            </a:r>
            <a:r>
              <a:rPr lang="en-US" sz="1600">
                <a:solidFill>
                  <a:srgbClr val="1F1F1F"/>
                </a:solidFill>
                <a:latin typeface="Times New Roman"/>
                <a:ea typeface="Times New Roman"/>
                <a:cs typeface="Times New Roman"/>
                <a:sym typeface="Times New Roman"/>
              </a:rPr>
              <a:t> Here the influence of income levels and healthcare safety nets/insurance coverage (private, free care) on doctor consultations is analyzed.</a:t>
            </a:r>
            <a:endParaRPr sz="1600">
              <a:solidFill>
                <a:srgbClr val="1F1F1F"/>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rgbClr val="1F1F1F"/>
              </a:buClr>
              <a:buSzPts val="1600"/>
              <a:buChar char="●"/>
            </a:pPr>
            <a:r>
              <a:rPr b="1" lang="en-US" sz="1600">
                <a:solidFill>
                  <a:srgbClr val="1F1F1F"/>
                </a:solidFill>
                <a:latin typeface="Times New Roman"/>
                <a:ea typeface="Times New Roman"/>
                <a:cs typeface="Times New Roman"/>
                <a:sym typeface="Times New Roman"/>
              </a:rPr>
              <a:t>Statistical &amp; Correlation Analysis:</a:t>
            </a:r>
            <a:r>
              <a:rPr lang="en-US" sz="1600">
                <a:solidFill>
                  <a:srgbClr val="1F1F1F"/>
                </a:solidFill>
                <a:latin typeface="Times New Roman"/>
                <a:ea typeface="Times New Roman"/>
                <a:cs typeface="Times New Roman"/>
                <a:sym typeface="Times New Roman"/>
              </a:rPr>
              <a:t> Identification of significant relationships and patterns takes place.</a:t>
            </a:r>
            <a:endParaRPr sz="1600">
              <a:solidFill>
                <a:srgbClr val="1F1F1F"/>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rgbClr val="1F1F1F"/>
              </a:buClr>
              <a:buSzPts val="1600"/>
              <a:buChar char="●"/>
            </a:pPr>
            <a:r>
              <a:rPr b="1" lang="en-US" sz="1600">
                <a:solidFill>
                  <a:srgbClr val="1F1F1F"/>
                </a:solidFill>
                <a:latin typeface="Times New Roman"/>
                <a:ea typeface="Times New Roman"/>
                <a:cs typeface="Times New Roman"/>
                <a:sym typeface="Times New Roman"/>
              </a:rPr>
              <a:t>Visualizations:</a:t>
            </a:r>
            <a:r>
              <a:rPr lang="en-US" sz="1600">
                <a:solidFill>
                  <a:srgbClr val="1F1F1F"/>
                </a:solidFill>
                <a:latin typeface="Times New Roman"/>
                <a:ea typeface="Times New Roman"/>
                <a:cs typeface="Times New Roman"/>
                <a:sym typeface="Times New Roman"/>
              </a:rPr>
              <a:t> Bar charts, box plots, scatter plots, heatmaps, correlation matrices, and violin plots are used.</a:t>
            </a:r>
            <a:endParaRPr sz="1600">
              <a:solidFill>
                <a:srgbClr val="1F1F1F"/>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rPr lang="en-US" sz="1600">
                <a:solidFill>
                  <a:srgbClr val="1F1F1F"/>
                </a:solidFill>
                <a:latin typeface="Times New Roman"/>
                <a:ea typeface="Times New Roman"/>
                <a:cs typeface="Times New Roman"/>
                <a:sym typeface="Times New Roman"/>
              </a:rPr>
              <a:t>This project identifies and analyzes patient utilization trends, important healthcare drivers, unusual patterns, and demographic differences leading to data-driven recommendations for better medical resource allocation, public health planning, and healthcare accessibility.</a:t>
            </a:r>
            <a:endParaRPr sz="1600">
              <a:solidFill>
                <a:srgbClr val="1F1F1F"/>
              </a:solidFill>
              <a:latin typeface="Times New Roman"/>
              <a:ea typeface="Times New Roman"/>
              <a:cs typeface="Times New Roman"/>
              <a:sym typeface="Times New Roman"/>
            </a:endParaRPr>
          </a:p>
          <a:p>
            <a:pPr indent="0" lvl="0" marL="0" rtl="0" algn="l">
              <a:spcBef>
                <a:spcPts val="0"/>
              </a:spcBef>
              <a:spcAft>
                <a:spcPts val="0"/>
              </a:spcAft>
              <a:buNone/>
            </a:pPr>
            <a:r>
              <a:t/>
            </a:r>
            <a:endParaRPr sz="1800">
              <a:solidFill>
                <a:srgbClr val="3F3F3F"/>
              </a:solidFill>
              <a:latin typeface="Trebuchet MS"/>
              <a:ea typeface="Trebuchet MS"/>
              <a:cs typeface="Trebuchet MS"/>
              <a:sym typeface="Trebuchet M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395"/>
                                        </p:tgtEl>
                                        <p:attrNameLst>
                                          <p:attrName>style.visibility</p:attrName>
                                        </p:attrNameLst>
                                      </p:cBhvr>
                                      <p:to>
                                        <p:strVal val="visible"/>
                                      </p:to>
                                    </p:set>
                                    <p:anim calcmode="lin" valueType="num">
                                      <p:cBhvr additive="base">
                                        <p:cTn dur="500"/>
                                        <p:tgtEl>
                                          <p:spTgt spid="395"/>
                                        </p:tgtEl>
                                        <p:attrNameLst>
                                          <p:attrName>ppt_w</p:attrName>
                                        </p:attrNameLst>
                                      </p:cBhvr>
                                      <p:tavLst>
                                        <p:tav fmla="" tm="0">
                                          <p:val>
                                            <p:strVal val="0"/>
                                          </p:val>
                                        </p:tav>
                                        <p:tav fmla="" tm="100000">
                                          <p:val>
                                            <p:strVal val="#ppt_w"/>
                                          </p:val>
                                        </p:tav>
                                      </p:tavLst>
                                    </p:anim>
                                    <p:anim calcmode="lin" valueType="num">
                                      <p:cBhvr additive="base">
                                        <p:cTn dur="500"/>
                                        <p:tgtEl>
                                          <p:spTgt spid="395"/>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4"/>
          <p:cNvSpPr txBox="1"/>
          <p:nvPr>
            <p:ph idx="1" type="body"/>
          </p:nvPr>
        </p:nvSpPr>
        <p:spPr>
          <a:xfrm>
            <a:off x="721375" y="1201275"/>
            <a:ext cx="9867300" cy="5260500"/>
          </a:xfrm>
          <a:prstGeom prst="rect">
            <a:avLst/>
          </a:prstGeom>
          <a:noFill/>
          <a:ln>
            <a:noFill/>
          </a:ln>
        </p:spPr>
        <p:txBody>
          <a:bodyPr anchorCtr="0" anchor="t" bIns="45700" lIns="91425" spcFirstLastPara="1" rIns="91425" wrap="square" tIns="45700">
            <a:normAutofit fontScale="70000" lnSpcReduction="20000"/>
          </a:bodyPr>
          <a:lstStyle/>
          <a:p>
            <a:pPr indent="0" lvl="0" marL="0" rtl="0" algn="l">
              <a:lnSpc>
                <a:spcPct val="115000"/>
              </a:lnSpc>
              <a:spcBef>
                <a:spcPts val="0"/>
              </a:spcBef>
              <a:spcAft>
                <a:spcPts val="0"/>
              </a:spcAft>
              <a:buClr>
                <a:schemeClr val="dk1"/>
              </a:buClr>
              <a:buSzPct val="43137"/>
              <a:buFont typeface="Arial"/>
              <a:buNone/>
            </a:pPr>
            <a:r>
              <a:rPr lang="en-US" sz="2550">
                <a:solidFill>
                  <a:srgbClr val="1F1F1F"/>
                </a:solidFill>
                <a:latin typeface="Times New Roman"/>
                <a:ea typeface="Times New Roman"/>
                <a:cs typeface="Times New Roman"/>
                <a:sym typeface="Times New Roman"/>
              </a:rPr>
              <a:t>This project can be useful for anyone involved in healthcare planning, monitoring, and decision-making, such as:</a:t>
            </a:r>
            <a:endParaRPr sz="2550">
              <a:solidFill>
                <a:srgbClr val="1F1F1F"/>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ct val="43137"/>
              <a:buFont typeface="Arial"/>
              <a:buNone/>
            </a:pPr>
            <a:r>
              <a:t/>
            </a:r>
            <a:endParaRPr sz="2550">
              <a:solidFill>
                <a:srgbClr val="1F1F1F"/>
              </a:solidFill>
              <a:latin typeface="Times New Roman"/>
              <a:ea typeface="Times New Roman"/>
              <a:cs typeface="Times New Roman"/>
              <a:sym typeface="Times New Roman"/>
            </a:endParaRPr>
          </a:p>
          <a:p>
            <a:pPr indent="-341948" lvl="0" marL="457200" rtl="0" algn="l">
              <a:lnSpc>
                <a:spcPct val="115000"/>
              </a:lnSpc>
              <a:spcBef>
                <a:spcPts val="0"/>
              </a:spcBef>
              <a:spcAft>
                <a:spcPts val="0"/>
              </a:spcAft>
              <a:buClr>
                <a:srgbClr val="1F1F1F"/>
              </a:buClr>
              <a:buSzPct val="100000"/>
              <a:buFont typeface="Arial"/>
              <a:buChar char="●"/>
            </a:pPr>
            <a:r>
              <a:rPr b="1" lang="en-US" sz="2550">
                <a:solidFill>
                  <a:srgbClr val="1F1F1F"/>
                </a:solidFill>
                <a:latin typeface="Times New Roman"/>
                <a:ea typeface="Times New Roman"/>
                <a:cs typeface="Times New Roman"/>
                <a:sym typeface="Times New Roman"/>
              </a:rPr>
              <a:t>Patients &amp; Individuals –</a:t>
            </a:r>
            <a:r>
              <a:rPr lang="en-US" sz="2550">
                <a:solidFill>
                  <a:srgbClr val="1F1F1F"/>
                </a:solidFill>
                <a:latin typeface="Times New Roman"/>
                <a:ea typeface="Times New Roman"/>
                <a:cs typeface="Times New Roman"/>
                <a:sym typeface="Times New Roman"/>
              </a:rPr>
              <a:t> They can better understand how personal health factors, chronic conditions, and lifestyle elements relate to healthcare utilization and doctor visits.</a:t>
            </a:r>
            <a:endParaRPr sz="2550">
              <a:solidFill>
                <a:srgbClr val="1F1F1F"/>
              </a:solidFill>
              <a:latin typeface="Times New Roman"/>
              <a:ea typeface="Times New Roman"/>
              <a:cs typeface="Times New Roman"/>
              <a:sym typeface="Times New Roman"/>
            </a:endParaRPr>
          </a:p>
          <a:p>
            <a:pPr indent="-341948" lvl="0" marL="457200" rtl="0" algn="l">
              <a:lnSpc>
                <a:spcPct val="115000"/>
              </a:lnSpc>
              <a:spcBef>
                <a:spcPts val="0"/>
              </a:spcBef>
              <a:spcAft>
                <a:spcPts val="0"/>
              </a:spcAft>
              <a:buClr>
                <a:srgbClr val="1F1F1F"/>
              </a:buClr>
              <a:buSzPct val="100000"/>
              <a:buFont typeface="Arial"/>
              <a:buChar char="●"/>
            </a:pPr>
            <a:r>
              <a:rPr b="1" lang="en-US" sz="2550">
                <a:solidFill>
                  <a:srgbClr val="1F1F1F"/>
                </a:solidFill>
                <a:latin typeface="Times New Roman"/>
                <a:ea typeface="Times New Roman"/>
                <a:cs typeface="Times New Roman"/>
                <a:sym typeface="Times New Roman"/>
              </a:rPr>
              <a:t>Healthcare Policymakers &amp; Government Departments –</a:t>
            </a:r>
            <a:r>
              <a:rPr lang="en-US" sz="2550">
                <a:solidFill>
                  <a:srgbClr val="1F1F1F"/>
                </a:solidFill>
                <a:latin typeface="Times New Roman"/>
                <a:ea typeface="Times New Roman"/>
                <a:cs typeface="Times New Roman"/>
                <a:sym typeface="Times New Roman"/>
              </a:rPr>
              <a:t> Support public health planning, policy making, and efficient medical resource allocation across different population demographics.</a:t>
            </a:r>
            <a:endParaRPr sz="2550">
              <a:solidFill>
                <a:srgbClr val="1F1F1F"/>
              </a:solidFill>
              <a:latin typeface="Times New Roman"/>
              <a:ea typeface="Times New Roman"/>
              <a:cs typeface="Times New Roman"/>
              <a:sym typeface="Times New Roman"/>
            </a:endParaRPr>
          </a:p>
          <a:p>
            <a:pPr indent="-341948" lvl="0" marL="457200" rtl="0" algn="l">
              <a:lnSpc>
                <a:spcPct val="115000"/>
              </a:lnSpc>
              <a:spcBef>
                <a:spcPts val="0"/>
              </a:spcBef>
              <a:spcAft>
                <a:spcPts val="0"/>
              </a:spcAft>
              <a:buClr>
                <a:srgbClr val="1F1F1F"/>
              </a:buClr>
              <a:buSzPct val="100000"/>
              <a:buFont typeface="Arial"/>
              <a:buChar char="●"/>
            </a:pPr>
            <a:r>
              <a:rPr b="1" lang="en-US" sz="2550">
                <a:solidFill>
                  <a:srgbClr val="1F1F1F"/>
                </a:solidFill>
                <a:latin typeface="Times New Roman"/>
                <a:ea typeface="Times New Roman"/>
                <a:cs typeface="Times New Roman"/>
                <a:sym typeface="Times New Roman"/>
              </a:rPr>
              <a:t>Healthcare Planners &amp; Medical Analysts –</a:t>
            </a:r>
            <a:r>
              <a:rPr lang="en-US" sz="2550">
                <a:solidFill>
                  <a:srgbClr val="1F1F1F"/>
                </a:solidFill>
                <a:latin typeface="Times New Roman"/>
                <a:ea typeface="Times New Roman"/>
                <a:cs typeface="Times New Roman"/>
                <a:sym typeface="Times New Roman"/>
              </a:rPr>
              <a:t> Analyze patient visit trends and identify key clinical and socioeconomic drivers of healthcare demand.</a:t>
            </a:r>
            <a:endParaRPr sz="2550">
              <a:solidFill>
                <a:srgbClr val="1F1F1F"/>
              </a:solidFill>
              <a:latin typeface="Times New Roman"/>
              <a:ea typeface="Times New Roman"/>
              <a:cs typeface="Times New Roman"/>
              <a:sym typeface="Times New Roman"/>
            </a:endParaRPr>
          </a:p>
          <a:p>
            <a:pPr indent="-341948" lvl="0" marL="457200" rtl="0" algn="l">
              <a:lnSpc>
                <a:spcPct val="115000"/>
              </a:lnSpc>
              <a:spcBef>
                <a:spcPts val="0"/>
              </a:spcBef>
              <a:spcAft>
                <a:spcPts val="0"/>
              </a:spcAft>
              <a:buClr>
                <a:srgbClr val="1F1F1F"/>
              </a:buClr>
              <a:buSzPct val="100000"/>
              <a:buFont typeface="Arial"/>
              <a:buChar char="●"/>
            </a:pPr>
            <a:r>
              <a:rPr b="1" lang="en-US" sz="2550">
                <a:solidFill>
                  <a:srgbClr val="1F1F1F"/>
                </a:solidFill>
                <a:latin typeface="Times New Roman"/>
                <a:ea typeface="Times New Roman"/>
                <a:cs typeface="Times New Roman"/>
                <a:sym typeface="Times New Roman"/>
              </a:rPr>
              <a:t>Clinic &amp; Hospital Administrators –</a:t>
            </a:r>
            <a:r>
              <a:rPr lang="en-US" sz="2550">
                <a:solidFill>
                  <a:srgbClr val="1F1F1F"/>
                </a:solidFill>
                <a:latin typeface="Times New Roman"/>
                <a:ea typeface="Times New Roman"/>
                <a:cs typeface="Times New Roman"/>
                <a:sym typeface="Times New Roman"/>
              </a:rPr>
              <a:t> Optimize resource efficiency, staffing, and service delivery based on patient volume and health profiles.</a:t>
            </a:r>
            <a:endParaRPr sz="2550">
              <a:solidFill>
                <a:srgbClr val="1F1F1F"/>
              </a:solidFill>
              <a:latin typeface="Times New Roman"/>
              <a:ea typeface="Times New Roman"/>
              <a:cs typeface="Times New Roman"/>
              <a:sym typeface="Times New Roman"/>
            </a:endParaRPr>
          </a:p>
          <a:p>
            <a:pPr indent="-341948" lvl="0" marL="457200" rtl="0" algn="l">
              <a:lnSpc>
                <a:spcPct val="115000"/>
              </a:lnSpc>
              <a:spcBef>
                <a:spcPts val="0"/>
              </a:spcBef>
              <a:spcAft>
                <a:spcPts val="0"/>
              </a:spcAft>
              <a:buClr>
                <a:srgbClr val="1F1F1F"/>
              </a:buClr>
              <a:buSzPct val="100000"/>
              <a:buFont typeface="Arial"/>
              <a:buChar char="●"/>
            </a:pPr>
            <a:r>
              <a:rPr b="1" lang="en-US" sz="2550">
                <a:solidFill>
                  <a:srgbClr val="1F1F1F"/>
                </a:solidFill>
                <a:latin typeface="Times New Roman"/>
                <a:ea typeface="Times New Roman"/>
                <a:cs typeface="Times New Roman"/>
                <a:sym typeface="Times New Roman"/>
              </a:rPr>
              <a:t>Researchers &amp; Data Analysts –</a:t>
            </a:r>
            <a:r>
              <a:rPr lang="en-US" sz="2550">
                <a:solidFill>
                  <a:srgbClr val="1F1F1F"/>
                </a:solidFill>
                <a:latin typeface="Times New Roman"/>
                <a:ea typeface="Times New Roman"/>
                <a:cs typeface="Times New Roman"/>
                <a:sym typeface="Times New Roman"/>
              </a:rPr>
              <a:t> Study relationships between health indicators, financial backgrounds, and healthcare support systems.</a:t>
            </a:r>
            <a:endParaRPr sz="2550">
              <a:solidFill>
                <a:srgbClr val="1F1F1F"/>
              </a:solidFill>
              <a:latin typeface="Times New Roman"/>
              <a:ea typeface="Times New Roman"/>
              <a:cs typeface="Times New Roman"/>
              <a:sym typeface="Times New Roman"/>
            </a:endParaRPr>
          </a:p>
          <a:p>
            <a:pPr indent="-341948" lvl="0" marL="457200" rtl="0" algn="l">
              <a:lnSpc>
                <a:spcPct val="115000"/>
              </a:lnSpc>
              <a:spcBef>
                <a:spcPts val="0"/>
              </a:spcBef>
              <a:spcAft>
                <a:spcPts val="0"/>
              </a:spcAft>
              <a:buClr>
                <a:srgbClr val="1F1F1F"/>
              </a:buClr>
              <a:buSzPct val="100000"/>
              <a:buFont typeface="Arial"/>
              <a:buChar char="●"/>
            </a:pPr>
            <a:r>
              <a:rPr b="1" lang="en-US" sz="2550">
                <a:solidFill>
                  <a:srgbClr val="1F1F1F"/>
                </a:solidFill>
                <a:latin typeface="Times New Roman"/>
                <a:ea typeface="Times New Roman"/>
                <a:cs typeface="Times New Roman"/>
                <a:sym typeface="Times New Roman"/>
              </a:rPr>
              <a:t>Health Insurance &amp; Support Organizations –</a:t>
            </a:r>
            <a:r>
              <a:rPr lang="en-US" sz="2550">
                <a:solidFill>
                  <a:srgbClr val="1F1F1F"/>
                </a:solidFill>
                <a:latin typeface="Times New Roman"/>
                <a:ea typeface="Times New Roman"/>
                <a:cs typeface="Times New Roman"/>
                <a:sym typeface="Times New Roman"/>
              </a:rPr>
              <a:t> Understand utilization patterns related to private insurance and safety net programs to support better coverage decisions.</a:t>
            </a:r>
            <a:endParaRPr sz="2550">
              <a:solidFill>
                <a:srgbClr val="1F1F1F"/>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t/>
            </a:r>
            <a:endParaRPr sz="2550">
              <a:solidFill>
                <a:srgbClr val="1F1F1F"/>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ct val="43137"/>
              <a:buFont typeface="Arial"/>
              <a:buNone/>
            </a:pPr>
            <a:r>
              <a:rPr lang="en-US" sz="2550">
                <a:solidFill>
                  <a:srgbClr val="1F1F1F"/>
                </a:solidFill>
                <a:latin typeface="Times New Roman"/>
                <a:ea typeface="Times New Roman"/>
                <a:cs typeface="Times New Roman"/>
                <a:sym typeface="Times New Roman"/>
              </a:rPr>
              <a:t>Overall, the project is designed to support data-driven healthcare decision-making and better public health planning for maximizing care efficiency and optimizing resource utilization.</a:t>
            </a:r>
            <a:endParaRPr sz="2550">
              <a:solidFill>
                <a:srgbClr val="1F1F1F"/>
              </a:solidFill>
              <a:latin typeface="Times New Roman"/>
              <a:ea typeface="Times New Roman"/>
              <a:cs typeface="Times New Roman"/>
              <a:sym typeface="Times New Roman"/>
            </a:endParaRPr>
          </a:p>
          <a:p>
            <a:pPr indent="-160020" lvl="0" marL="342900" rtl="0" algn="just">
              <a:lnSpc>
                <a:spcPct val="150000"/>
              </a:lnSpc>
              <a:spcBef>
                <a:spcPts val="0"/>
              </a:spcBef>
              <a:spcAft>
                <a:spcPts val="0"/>
              </a:spcAft>
              <a:buSzPct val="80000"/>
              <a:buNone/>
            </a:pPr>
            <a:r>
              <a:t/>
            </a:r>
            <a:endParaRPr sz="3600"/>
          </a:p>
        </p:txBody>
      </p:sp>
      <p:sp>
        <p:nvSpPr>
          <p:cNvPr id="404" name="Google Shape;404;p4"/>
          <p:cNvSpPr txBox="1"/>
          <p:nvPr>
            <p:ph type="title"/>
          </p:nvPr>
        </p:nvSpPr>
        <p:spPr>
          <a:xfrm>
            <a:off x="631971" y="398779"/>
            <a:ext cx="10046100" cy="8025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3200"/>
              <a:buFont typeface="Trebuchet MS"/>
              <a:buNone/>
            </a:pPr>
            <a:r>
              <a:rPr lang="en-US" sz="4300">
                <a:latin typeface="Times New Roman"/>
                <a:ea typeface="Times New Roman"/>
                <a:cs typeface="Times New Roman"/>
                <a:sym typeface="Times New Roman"/>
              </a:rPr>
              <a:t>WHO ARE THE END USERS?</a:t>
            </a:r>
            <a:endParaRPr sz="2000"/>
          </a:p>
        </p:txBody>
      </p:sp>
      <p:pic>
        <p:nvPicPr>
          <p:cNvPr id="405" name="Google Shape;405;p4"/>
          <p:cNvPicPr preferRelativeResize="0"/>
          <p:nvPr/>
        </p:nvPicPr>
        <p:blipFill rotWithShape="1">
          <a:blip r:embed="rId3">
            <a:alphaModFix/>
          </a:blip>
          <a:srcRect b="0" l="0" r="0" t="0"/>
          <a:stretch/>
        </p:blipFill>
        <p:spPr>
          <a:xfrm>
            <a:off x="721359" y="6176804"/>
            <a:ext cx="2181225" cy="4857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404"/>
                                        </p:tgtEl>
                                        <p:attrNameLst>
                                          <p:attrName>style.visibility</p:attrName>
                                        </p:attrNameLst>
                                      </p:cBhvr>
                                      <p:to>
                                        <p:strVal val="visible"/>
                                      </p:to>
                                    </p:set>
                                    <p:anim calcmode="lin" valueType="num">
                                      <p:cBhvr additive="base">
                                        <p:cTn dur="500"/>
                                        <p:tgtEl>
                                          <p:spTgt spid="404"/>
                                        </p:tgtEl>
                                        <p:attrNameLst>
                                          <p:attrName>ppt_w</p:attrName>
                                        </p:attrNameLst>
                                      </p:cBhvr>
                                      <p:tavLst>
                                        <p:tav fmla="" tm="0">
                                          <p:val>
                                            <p:strVal val="0"/>
                                          </p:val>
                                        </p:tav>
                                        <p:tav fmla="" tm="100000">
                                          <p:val>
                                            <p:strVal val="#ppt_w"/>
                                          </p:val>
                                        </p:tav>
                                      </p:tavLst>
                                    </p:anim>
                                    <p:anim calcmode="lin" valueType="num">
                                      <p:cBhvr additive="base">
                                        <p:cTn dur="500"/>
                                        <p:tgtEl>
                                          <p:spTgt spid="404"/>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3">
                                            <p:txEl>
                                              <p:pRg end="0" st="0"/>
                                            </p:txEl>
                                          </p:spTgt>
                                        </p:tgtEl>
                                        <p:attrNameLst>
                                          <p:attrName>style.visibility</p:attrName>
                                        </p:attrNameLst>
                                      </p:cBhvr>
                                      <p:to>
                                        <p:strVal val="visible"/>
                                      </p:to>
                                    </p:set>
                                    <p:animEffect filter="fade" transition="in">
                                      <p:cBhvr>
                                        <p:cTn dur="1000"/>
                                        <p:tgtEl>
                                          <p:spTgt spid="40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3">
                                            <p:txEl>
                                              <p:pRg end="1" st="1"/>
                                            </p:txEl>
                                          </p:spTgt>
                                        </p:tgtEl>
                                        <p:attrNameLst>
                                          <p:attrName>style.visibility</p:attrName>
                                        </p:attrNameLst>
                                      </p:cBhvr>
                                      <p:to>
                                        <p:strVal val="visible"/>
                                      </p:to>
                                    </p:set>
                                    <p:animEffect filter="fade" transition="in">
                                      <p:cBhvr>
                                        <p:cTn dur="1000"/>
                                        <p:tgtEl>
                                          <p:spTgt spid="40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3">
                                            <p:txEl>
                                              <p:pRg end="2" st="2"/>
                                            </p:txEl>
                                          </p:spTgt>
                                        </p:tgtEl>
                                        <p:attrNameLst>
                                          <p:attrName>style.visibility</p:attrName>
                                        </p:attrNameLst>
                                      </p:cBhvr>
                                      <p:to>
                                        <p:strVal val="visible"/>
                                      </p:to>
                                    </p:set>
                                    <p:animEffect filter="fade" transition="in">
                                      <p:cBhvr>
                                        <p:cTn dur="1000"/>
                                        <p:tgtEl>
                                          <p:spTgt spid="40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3">
                                            <p:txEl>
                                              <p:pRg end="3" st="3"/>
                                            </p:txEl>
                                          </p:spTgt>
                                        </p:tgtEl>
                                        <p:attrNameLst>
                                          <p:attrName>style.visibility</p:attrName>
                                        </p:attrNameLst>
                                      </p:cBhvr>
                                      <p:to>
                                        <p:strVal val="visible"/>
                                      </p:to>
                                    </p:set>
                                    <p:animEffect filter="fade" transition="in">
                                      <p:cBhvr>
                                        <p:cTn dur="1000"/>
                                        <p:tgtEl>
                                          <p:spTgt spid="40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3">
                                            <p:txEl>
                                              <p:pRg end="4" st="4"/>
                                            </p:txEl>
                                          </p:spTgt>
                                        </p:tgtEl>
                                        <p:attrNameLst>
                                          <p:attrName>style.visibility</p:attrName>
                                        </p:attrNameLst>
                                      </p:cBhvr>
                                      <p:to>
                                        <p:strVal val="visible"/>
                                      </p:to>
                                    </p:set>
                                    <p:animEffect filter="fade" transition="in">
                                      <p:cBhvr>
                                        <p:cTn dur="1000"/>
                                        <p:tgtEl>
                                          <p:spTgt spid="40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3">
                                            <p:txEl>
                                              <p:pRg end="5" st="5"/>
                                            </p:txEl>
                                          </p:spTgt>
                                        </p:tgtEl>
                                        <p:attrNameLst>
                                          <p:attrName>style.visibility</p:attrName>
                                        </p:attrNameLst>
                                      </p:cBhvr>
                                      <p:to>
                                        <p:strVal val="visible"/>
                                      </p:to>
                                    </p:set>
                                    <p:animEffect filter="fade" transition="in">
                                      <p:cBhvr>
                                        <p:cTn dur="1000"/>
                                        <p:tgtEl>
                                          <p:spTgt spid="403">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3">
                                            <p:txEl>
                                              <p:pRg end="6" st="6"/>
                                            </p:txEl>
                                          </p:spTgt>
                                        </p:tgtEl>
                                        <p:attrNameLst>
                                          <p:attrName>style.visibility</p:attrName>
                                        </p:attrNameLst>
                                      </p:cBhvr>
                                      <p:to>
                                        <p:strVal val="visible"/>
                                      </p:to>
                                    </p:set>
                                    <p:animEffect filter="fade" transition="in">
                                      <p:cBhvr>
                                        <p:cTn dur="1000"/>
                                        <p:tgtEl>
                                          <p:spTgt spid="403">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3">
                                            <p:txEl>
                                              <p:pRg end="7" st="7"/>
                                            </p:txEl>
                                          </p:spTgt>
                                        </p:tgtEl>
                                        <p:attrNameLst>
                                          <p:attrName>style.visibility</p:attrName>
                                        </p:attrNameLst>
                                      </p:cBhvr>
                                      <p:to>
                                        <p:strVal val="visible"/>
                                      </p:to>
                                    </p:set>
                                    <p:animEffect filter="fade" transition="in">
                                      <p:cBhvr>
                                        <p:cTn dur="1000"/>
                                        <p:tgtEl>
                                          <p:spTgt spid="403">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3">
                                            <p:txEl>
                                              <p:pRg end="8" st="8"/>
                                            </p:txEl>
                                          </p:spTgt>
                                        </p:tgtEl>
                                        <p:attrNameLst>
                                          <p:attrName>style.visibility</p:attrName>
                                        </p:attrNameLst>
                                      </p:cBhvr>
                                      <p:to>
                                        <p:strVal val="visible"/>
                                      </p:to>
                                    </p:set>
                                    <p:animEffect filter="fade" transition="in">
                                      <p:cBhvr>
                                        <p:cTn dur="1000"/>
                                        <p:tgtEl>
                                          <p:spTgt spid="403">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3">
                                            <p:txEl>
                                              <p:pRg end="9" st="9"/>
                                            </p:txEl>
                                          </p:spTgt>
                                        </p:tgtEl>
                                        <p:attrNameLst>
                                          <p:attrName>style.visibility</p:attrName>
                                        </p:attrNameLst>
                                      </p:cBhvr>
                                      <p:to>
                                        <p:strVal val="visible"/>
                                      </p:to>
                                    </p:set>
                                    <p:animEffect filter="fade" transition="in">
                                      <p:cBhvr>
                                        <p:cTn dur="1000"/>
                                        <p:tgtEl>
                                          <p:spTgt spid="403">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3">
                                            <p:txEl>
                                              <p:pRg end="10" st="10"/>
                                            </p:txEl>
                                          </p:spTgt>
                                        </p:tgtEl>
                                        <p:attrNameLst>
                                          <p:attrName>style.visibility</p:attrName>
                                        </p:attrNameLst>
                                      </p:cBhvr>
                                      <p:to>
                                        <p:strVal val="visible"/>
                                      </p:to>
                                    </p:set>
                                    <p:animEffect filter="fade" transition="in">
                                      <p:cBhvr>
                                        <p:cTn dur="1000"/>
                                        <p:tgtEl>
                                          <p:spTgt spid="403">
                                            <p:txEl>
                                              <p:pRg end="10" st="1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410" name="Shape 410"/>
        <p:cNvGrpSpPr/>
        <p:nvPr/>
      </p:nvGrpSpPr>
      <p:grpSpPr>
        <a:xfrm>
          <a:off x="0" y="0"/>
          <a:ext cx="0" cy="0"/>
          <a:chOff x="0" y="0"/>
          <a:chExt cx="0" cy="0"/>
        </a:xfrm>
      </p:grpSpPr>
      <p:sp>
        <p:nvSpPr>
          <p:cNvPr id="411" name="Google Shape;411;h160691dd5ea774ad_0_18"/>
          <p:cNvSpPr txBox="1"/>
          <p:nvPr>
            <p:ph idx="1" type="body"/>
          </p:nvPr>
        </p:nvSpPr>
        <p:spPr>
          <a:xfrm>
            <a:off x="1520050" y="1023050"/>
            <a:ext cx="9698100" cy="5588400"/>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115000"/>
              </a:lnSpc>
              <a:spcBef>
                <a:spcPts val="0"/>
              </a:spcBef>
              <a:spcAft>
                <a:spcPts val="0"/>
              </a:spcAft>
              <a:buSzPts val="1100"/>
              <a:buNone/>
            </a:pPr>
            <a:r>
              <a:rPr b="1" lang="en-US" sz="1500">
                <a:solidFill>
                  <a:schemeClr val="dk1"/>
                </a:solidFill>
                <a:latin typeface="Times New Roman"/>
                <a:ea typeface="Times New Roman"/>
                <a:cs typeface="Times New Roman"/>
                <a:sym typeface="Times New Roman"/>
              </a:rPr>
              <a:t>Core Environment &amp; Libraries</a:t>
            </a:r>
            <a:endParaRPr b="1" sz="1500">
              <a:solidFill>
                <a:schemeClr val="dk1"/>
              </a:solidFill>
              <a:latin typeface="Times New Roman"/>
              <a:ea typeface="Times New Roman"/>
              <a:cs typeface="Times New Roman"/>
              <a:sym typeface="Times New Roman"/>
            </a:endParaRPr>
          </a:p>
          <a:p>
            <a:pPr indent="-323850" lvl="0" marL="457200" rtl="0" algn="l">
              <a:lnSpc>
                <a:spcPct val="115000"/>
              </a:lnSpc>
              <a:spcBef>
                <a:spcPts val="400"/>
              </a:spcBef>
              <a:spcAft>
                <a:spcPts val="0"/>
              </a:spcAft>
              <a:buClr>
                <a:schemeClr val="dk1"/>
              </a:buClr>
              <a:buSzPts val="1500"/>
              <a:buFont typeface="Arial"/>
              <a:buChar char="●"/>
            </a:pPr>
            <a:r>
              <a:rPr b="1" lang="en-US" sz="1500">
                <a:solidFill>
                  <a:schemeClr val="dk1"/>
                </a:solidFill>
                <a:latin typeface="Times New Roman"/>
                <a:ea typeface="Times New Roman"/>
                <a:cs typeface="Times New Roman"/>
                <a:sym typeface="Times New Roman"/>
              </a:rPr>
              <a:t>Programming Language:</a:t>
            </a:r>
            <a:r>
              <a:rPr lang="en-US" sz="1500">
                <a:solidFill>
                  <a:schemeClr val="dk1"/>
                </a:solidFill>
                <a:latin typeface="Times New Roman"/>
                <a:ea typeface="Times New Roman"/>
                <a:cs typeface="Times New Roman"/>
                <a:sym typeface="Times New Roman"/>
              </a:rPr>
              <a:t> Python</a:t>
            </a:r>
            <a:endParaRPr sz="1500">
              <a:solidFill>
                <a:schemeClr val="dk1"/>
              </a:solidFill>
              <a:latin typeface="Times New Roman"/>
              <a:ea typeface="Times New Roman"/>
              <a:cs typeface="Times New Roman"/>
              <a:sym typeface="Times New Roman"/>
            </a:endParaRPr>
          </a:p>
          <a:p>
            <a:pPr indent="-323850" lvl="0" marL="457200" rtl="0" algn="l">
              <a:lnSpc>
                <a:spcPct val="115000"/>
              </a:lnSpc>
              <a:spcBef>
                <a:spcPts val="0"/>
              </a:spcBef>
              <a:spcAft>
                <a:spcPts val="0"/>
              </a:spcAft>
              <a:buClr>
                <a:schemeClr val="dk1"/>
              </a:buClr>
              <a:buSzPts val="1500"/>
              <a:buFont typeface="Arial"/>
              <a:buChar char="●"/>
            </a:pPr>
            <a:r>
              <a:rPr b="1" lang="en-US" sz="1500">
                <a:solidFill>
                  <a:schemeClr val="dk1"/>
                </a:solidFill>
                <a:latin typeface="Times New Roman"/>
                <a:ea typeface="Times New Roman"/>
                <a:cs typeface="Times New Roman"/>
                <a:sym typeface="Times New Roman"/>
              </a:rPr>
              <a:t>Development Environment:</a:t>
            </a:r>
            <a:r>
              <a:rPr lang="en-US" sz="1500">
                <a:solidFill>
                  <a:schemeClr val="dk1"/>
                </a:solidFill>
                <a:latin typeface="Times New Roman"/>
                <a:ea typeface="Times New Roman"/>
                <a:cs typeface="Times New Roman"/>
                <a:sym typeface="Times New Roman"/>
              </a:rPr>
              <a:t> Google Colab</a:t>
            </a:r>
            <a:endParaRPr sz="1500">
              <a:solidFill>
                <a:schemeClr val="dk1"/>
              </a:solidFill>
              <a:latin typeface="Times New Roman"/>
              <a:ea typeface="Times New Roman"/>
              <a:cs typeface="Times New Roman"/>
              <a:sym typeface="Times New Roman"/>
            </a:endParaRPr>
          </a:p>
          <a:p>
            <a:pPr indent="-323850" lvl="0" marL="457200" rtl="0" algn="l">
              <a:lnSpc>
                <a:spcPct val="115000"/>
              </a:lnSpc>
              <a:spcBef>
                <a:spcPts val="0"/>
              </a:spcBef>
              <a:spcAft>
                <a:spcPts val="0"/>
              </a:spcAft>
              <a:buClr>
                <a:schemeClr val="dk1"/>
              </a:buClr>
              <a:buSzPts val="1500"/>
              <a:buFont typeface="Arial"/>
              <a:buChar char="●"/>
            </a:pPr>
            <a:r>
              <a:rPr b="1" lang="en-US" sz="1500">
                <a:solidFill>
                  <a:schemeClr val="dk1"/>
                </a:solidFill>
                <a:latin typeface="Times New Roman"/>
                <a:ea typeface="Times New Roman"/>
                <a:cs typeface="Times New Roman"/>
                <a:sym typeface="Times New Roman"/>
              </a:rPr>
              <a:t>Data Processing &amp; Manipulation:</a:t>
            </a:r>
            <a:r>
              <a:rPr lang="en-US" sz="1500">
                <a:solidFill>
                  <a:schemeClr val="dk1"/>
                </a:solidFill>
                <a:latin typeface="Times New Roman"/>
                <a:ea typeface="Times New Roman"/>
                <a:cs typeface="Times New Roman"/>
                <a:sym typeface="Times New Roman"/>
              </a:rPr>
              <a:t> Pandas, NumPy</a:t>
            </a:r>
            <a:endParaRPr sz="1500">
              <a:solidFill>
                <a:schemeClr val="dk1"/>
              </a:solidFill>
              <a:latin typeface="Times New Roman"/>
              <a:ea typeface="Times New Roman"/>
              <a:cs typeface="Times New Roman"/>
              <a:sym typeface="Times New Roman"/>
            </a:endParaRPr>
          </a:p>
          <a:p>
            <a:pPr indent="-323850" lvl="0" marL="457200" rtl="0" algn="l">
              <a:lnSpc>
                <a:spcPct val="115000"/>
              </a:lnSpc>
              <a:spcBef>
                <a:spcPts val="0"/>
              </a:spcBef>
              <a:spcAft>
                <a:spcPts val="0"/>
              </a:spcAft>
              <a:buClr>
                <a:schemeClr val="dk1"/>
              </a:buClr>
              <a:buSzPts val="1500"/>
              <a:buFont typeface="Arial"/>
              <a:buChar char="●"/>
            </a:pPr>
            <a:r>
              <a:rPr b="1" lang="en-US" sz="1500">
                <a:solidFill>
                  <a:schemeClr val="dk1"/>
                </a:solidFill>
                <a:latin typeface="Times New Roman"/>
                <a:ea typeface="Times New Roman"/>
                <a:cs typeface="Times New Roman"/>
                <a:sym typeface="Times New Roman"/>
              </a:rPr>
              <a:t>Data Visualization:</a:t>
            </a:r>
            <a:r>
              <a:rPr lang="en-US" sz="1500">
                <a:solidFill>
                  <a:schemeClr val="dk1"/>
                </a:solidFill>
                <a:latin typeface="Times New Roman"/>
                <a:ea typeface="Times New Roman"/>
                <a:cs typeface="Times New Roman"/>
                <a:sym typeface="Times New Roman"/>
              </a:rPr>
              <a:t> Matplotlib, Seaborn</a:t>
            </a:r>
            <a:endParaRPr sz="1500">
              <a:solidFill>
                <a:schemeClr val="dk1"/>
              </a:solidFill>
              <a:latin typeface="Times New Roman"/>
              <a:ea typeface="Times New Roman"/>
              <a:cs typeface="Times New Roman"/>
              <a:sym typeface="Times New Roman"/>
            </a:endParaRPr>
          </a:p>
          <a:p>
            <a:pPr indent="-323850" lvl="0" marL="457200" rtl="0" algn="l">
              <a:lnSpc>
                <a:spcPct val="115000"/>
              </a:lnSpc>
              <a:spcBef>
                <a:spcPts val="0"/>
              </a:spcBef>
              <a:spcAft>
                <a:spcPts val="0"/>
              </a:spcAft>
              <a:buClr>
                <a:schemeClr val="dk1"/>
              </a:buClr>
              <a:buSzPts val="1500"/>
              <a:buFont typeface="Arial"/>
              <a:buChar char="●"/>
            </a:pPr>
            <a:r>
              <a:rPr b="1" lang="en-US" sz="1500">
                <a:solidFill>
                  <a:schemeClr val="dk1"/>
                </a:solidFill>
                <a:latin typeface="Times New Roman"/>
                <a:ea typeface="Times New Roman"/>
                <a:cs typeface="Times New Roman"/>
                <a:sym typeface="Times New Roman"/>
              </a:rPr>
              <a:t>Statistical Analysis:</a:t>
            </a:r>
            <a:r>
              <a:rPr lang="en-US" sz="1500">
                <a:solidFill>
                  <a:schemeClr val="dk1"/>
                </a:solidFill>
                <a:latin typeface="Times New Roman"/>
                <a:ea typeface="Times New Roman"/>
                <a:cs typeface="Times New Roman"/>
                <a:sym typeface="Times New Roman"/>
              </a:rPr>
              <a:t> SciPy</a:t>
            </a:r>
            <a:endParaRPr sz="1500">
              <a:solidFill>
                <a:schemeClr val="dk1"/>
              </a:solidFill>
              <a:latin typeface="Times New Roman"/>
              <a:ea typeface="Times New Roman"/>
              <a:cs typeface="Times New Roman"/>
              <a:sym typeface="Times New Roman"/>
            </a:endParaRPr>
          </a:p>
          <a:p>
            <a:pPr indent="-323850" lvl="0" marL="457200" rtl="0" algn="l">
              <a:lnSpc>
                <a:spcPct val="115000"/>
              </a:lnSpc>
              <a:spcBef>
                <a:spcPts val="0"/>
              </a:spcBef>
              <a:spcAft>
                <a:spcPts val="0"/>
              </a:spcAft>
              <a:buClr>
                <a:schemeClr val="dk1"/>
              </a:buClr>
              <a:buSzPts val="1500"/>
              <a:buFont typeface="Arial"/>
              <a:buChar char="●"/>
            </a:pPr>
            <a:r>
              <a:rPr b="1" lang="en-US" sz="1500">
                <a:solidFill>
                  <a:schemeClr val="dk1"/>
                </a:solidFill>
                <a:latin typeface="Times New Roman"/>
                <a:ea typeface="Times New Roman"/>
                <a:cs typeface="Times New Roman"/>
                <a:sym typeface="Times New Roman"/>
              </a:rPr>
              <a:t>Machine Learning:</a:t>
            </a:r>
            <a:r>
              <a:rPr lang="en-US" sz="1500">
                <a:solidFill>
                  <a:schemeClr val="dk1"/>
                </a:solidFill>
                <a:latin typeface="Times New Roman"/>
                <a:ea typeface="Times New Roman"/>
                <a:cs typeface="Times New Roman"/>
                <a:sym typeface="Times New Roman"/>
              </a:rPr>
              <a:t> Scikit-learn</a:t>
            </a:r>
            <a:endParaRPr sz="15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SzPts val="1100"/>
              <a:buNone/>
            </a:pPr>
            <a:r>
              <a:rPr b="1" lang="en-US" sz="1500">
                <a:solidFill>
                  <a:schemeClr val="dk1"/>
                </a:solidFill>
                <a:latin typeface="Times New Roman"/>
                <a:ea typeface="Times New Roman"/>
                <a:cs typeface="Times New Roman"/>
                <a:sym typeface="Times New Roman"/>
              </a:rPr>
              <a:t>Visualizations &amp; Analysis Implemented</a:t>
            </a:r>
            <a:endParaRPr b="1" sz="1500">
              <a:solidFill>
                <a:schemeClr val="dk1"/>
              </a:solidFill>
              <a:latin typeface="Times New Roman"/>
              <a:ea typeface="Times New Roman"/>
              <a:cs typeface="Times New Roman"/>
              <a:sym typeface="Times New Roman"/>
            </a:endParaRPr>
          </a:p>
          <a:p>
            <a:pPr indent="-323850" lvl="0" marL="457200" rtl="0" algn="l">
              <a:lnSpc>
                <a:spcPct val="115000"/>
              </a:lnSpc>
              <a:spcBef>
                <a:spcPts val="400"/>
              </a:spcBef>
              <a:spcAft>
                <a:spcPts val="0"/>
              </a:spcAft>
              <a:buClr>
                <a:schemeClr val="dk1"/>
              </a:buClr>
              <a:buSzPts val="1500"/>
              <a:buFont typeface="Arial"/>
              <a:buChar char="●"/>
            </a:pPr>
            <a:r>
              <a:rPr b="1" lang="en-US" sz="1500">
                <a:solidFill>
                  <a:schemeClr val="dk1"/>
                </a:solidFill>
                <a:latin typeface="Times New Roman"/>
                <a:ea typeface="Times New Roman"/>
                <a:cs typeface="Times New Roman"/>
                <a:sym typeface="Times New Roman"/>
              </a:rPr>
              <a:t>Bar &amp; Count Plots:</a:t>
            </a:r>
            <a:r>
              <a:rPr lang="en-US" sz="1500">
                <a:solidFill>
                  <a:schemeClr val="dk1"/>
                </a:solidFill>
                <a:latin typeface="Times New Roman"/>
                <a:ea typeface="Times New Roman"/>
                <a:cs typeface="Times New Roman"/>
                <a:sym typeface="Times New Roman"/>
              </a:rPr>
              <a:t> Compared gender distribution, doctor visit frequencies, and chronic condition proportions.</a:t>
            </a:r>
            <a:endParaRPr sz="1500">
              <a:solidFill>
                <a:schemeClr val="dk1"/>
              </a:solidFill>
              <a:latin typeface="Times New Roman"/>
              <a:ea typeface="Times New Roman"/>
              <a:cs typeface="Times New Roman"/>
              <a:sym typeface="Times New Roman"/>
            </a:endParaRPr>
          </a:p>
          <a:p>
            <a:pPr indent="-323850" lvl="0" marL="457200" rtl="0" algn="l">
              <a:lnSpc>
                <a:spcPct val="115000"/>
              </a:lnSpc>
              <a:spcBef>
                <a:spcPts val="0"/>
              </a:spcBef>
              <a:spcAft>
                <a:spcPts val="0"/>
              </a:spcAft>
              <a:buClr>
                <a:schemeClr val="dk1"/>
              </a:buClr>
              <a:buSzPts val="1500"/>
              <a:buFont typeface="Arial"/>
              <a:buChar char="●"/>
            </a:pPr>
            <a:r>
              <a:rPr b="1" lang="en-US" sz="1500">
                <a:solidFill>
                  <a:schemeClr val="dk1"/>
                </a:solidFill>
                <a:latin typeface="Times New Roman"/>
                <a:ea typeface="Times New Roman"/>
                <a:cs typeface="Times New Roman"/>
                <a:sym typeface="Times New Roman"/>
              </a:rPr>
              <a:t>Horizontal Bar Graphs:</a:t>
            </a:r>
            <a:r>
              <a:rPr lang="en-US" sz="1500">
                <a:solidFill>
                  <a:schemeClr val="dk1"/>
                </a:solidFill>
                <a:latin typeface="Times New Roman"/>
                <a:ea typeface="Times New Roman"/>
                <a:cs typeface="Times New Roman"/>
                <a:sym typeface="Times New Roman"/>
              </a:rPr>
              <a:t> Presented category-wise comparisons of healthcare utilization and insurance status.</a:t>
            </a:r>
            <a:endParaRPr sz="1500">
              <a:solidFill>
                <a:schemeClr val="dk1"/>
              </a:solidFill>
              <a:latin typeface="Times New Roman"/>
              <a:ea typeface="Times New Roman"/>
              <a:cs typeface="Times New Roman"/>
              <a:sym typeface="Times New Roman"/>
            </a:endParaRPr>
          </a:p>
          <a:p>
            <a:pPr indent="-323850" lvl="0" marL="457200" rtl="0" algn="l">
              <a:lnSpc>
                <a:spcPct val="115000"/>
              </a:lnSpc>
              <a:spcBef>
                <a:spcPts val="0"/>
              </a:spcBef>
              <a:spcAft>
                <a:spcPts val="0"/>
              </a:spcAft>
              <a:buClr>
                <a:schemeClr val="dk1"/>
              </a:buClr>
              <a:buSzPts val="1500"/>
              <a:buFont typeface="Arial"/>
              <a:buChar char="●"/>
            </a:pPr>
            <a:r>
              <a:rPr b="1" lang="en-US" sz="1500">
                <a:solidFill>
                  <a:schemeClr val="dk1"/>
                </a:solidFill>
                <a:latin typeface="Times New Roman"/>
                <a:ea typeface="Times New Roman"/>
                <a:cs typeface="Times New Roman"/>
                <a:sym typeface="Times New Roman"/>
              </a:rPr>
              <a:t>Pie Charts:</a:t>
            </a:r>
            <a:r>
              <a:rPr lang="en-US" sz="1500">
                <a:solidFill>
                  <a:schemeClr val="dk1"/>
                </a:solidFill>
                <a:latin typeface="Times New Roman"/>
                <a:ea typeface="Times New Roman"/>
                <a:cs typeface="Times New Roman"/>
                <a:sym typeface="Times New Roman"/>
              </a:rPr>
              <a:t> Showed proportions of private health insurance holders and welfare program beneficiaries.</a:t>
            </a:r>
            <a:endParaRPr sz="1500">
              <a:solidFill>
                <a:schemeClr val="dk1"/>
              </a:solidFill>
              <a:latin typeface="Times New Roman"/>
              <a:ea typeface="Times New Roman"/>
              <a:cs typeface="Times New Roman"/>
              <a:sym typeface="Times New Roman"/>
            </a:endParaRPr>
          </a:p>
          <a:p>
            <a:pPr indent="-323850" lvl="0" marL="457200" rtl="0" algn="l">
              <a:lnSpc>
                <a:spcPct val="115000"/>
              </a:lnSpc>
              <a:spcBef>
                <a:spcPts val="0"/>
              </a:spcBef>
              <a:spcAft>
                <a:spcPts val="0"/>
              </a:spcAft>
              <a:buClr>
                <a:schemeClr val="dk1"/>
              </a:buClr>
              <a:buSzPts val="1500"/>
              <a:buFont typeface="Arial"/>
              <a:buChar char="●"/>
            </a:pPr>
            <a:r>
              <a:rPr b="1" lang="en-US" sz="1500">
                <a:solidFill>
                  <a:schemeClr val="dk1"/>
                </a:solidFill>
                <a:latin typeface="Times New Roman"/>
                <a:ea typeface="Times New Roman"/>
                <a:cs typeface="Times New Roman"/>
                <a:sym typeface="Times New Roman"/>
              </a:rPr>
              <a:t>Histograms &amp; Box Plots:</a:t>
            </a:r>
            <a:r>
              <a:rPr lang="en-US" sz="1500">
                <a:solidFill>
                  <a:schemeClr val="dk1"/>
                </a:solidFill>
                <a:latin typeface="Times New Roman"/>
                <a:ea typeface="Times New Roman"/>
                <a:cs typeface="Times New Roman"/>
                <a:sym typeface="Times New Roman"/>
              </a:rPr>
              <a:t> Analysed distributions of patient age, income, and number of illnesses/illness days.</a:t>
            </a:r>
            <a:endParaRPr sz="1500">
              <a:solidFill>
                <a:schemeClr val="dk1"/>
              </a:solidFill>
              <a:latin typeface="Times New Roman"/>
              <a:ea typeface="Times New Roman"/>
              <a:cs typeface="Times New Roman"/>
              <a:sym typeface="Times New Roman"/>
            </a:endParaRPr>
          </a:p>
          <a:p>
            <a:pPr indent="-323850" lvl="0" marL="457200" rtl="0" algn="l">
              <a:lnSpc>
                <a:spcPct val="115000"/>
              </a:lnSpc>
              <a:spcBef>
                <a:spcPts val="0"/>
              </a:spcBef>
              <a:spcAft>
                <a:spcPts val="0"/>
              </a:spcAft>
              <a:buClr>
                <a:schemeClr val="dk1"/>
              </a:buClr>
              <a:buSzPts val="1500"/>
              <a:buFont typeface="Arial"/>
              <a:buChar char="●"/>
            </a:pPr>
            <a:r>
              <a:rPr b="1" lang="en-US" sz="1500">
                <a:solidFill>
                  <a:schemeClr val="dk1"/>
                </a:solidFill>
                <a:latin typeface="Times New Roman"/>
                <a:ea typeface="Times New Roman"/>
                <a:cs typeface="Times New Roman"/>
                <a:sym typeface="Times New Roman"/>
              </a:rPr>
              <a:t>Scatter Plots:</a:t>
            </a:r>
            <a:r>
              <a:rPr lang="en-US" sz="1500">
                <a:solidFill>
                  <a:schemeClr val="dk1"/>
                </a:solidFill>
                <a:latin typeface="Times New Roman"/>
                <a:ea typeface="Times New Roman"/>
                <a:cs typeface="Times New Roman"/>
                <a:sym typeface="Times New Roman"/>
              </a:rPr>
              <a:t> Examined relationships between income, age, and healthcare visits.</a:t>
            </a:r>
            <a:endParaRPr sz="1500">
              <a:solidFill>
                <a:schemeClr val="dk1"/>
              </a:solidFill>
              <a:latin typeface="Times New Roman"/>
              <a:ea typeface="Times New Roman"/>
              <a:cs typeface="Times New Roman"/>
              <a:sym typeface="Times New Roman"/>
            </a:endParaRPr>
          </a:p>
          <a:p>
            <a:pPr indent="-323850" lvl="0" marL="457200" rtl="0" algn="l">
              <a:lnSpc>
                <a:spcPct val="115000"/>
              </a:lnSpc>
              <a:spcBef>
                <a:spcPts val="0"/>
              </a:spcBef>
              <a:spcAft>
                <a:spcPts val="0"/>
              </a:spcAft>
              <a:buClr>
                <a:schemeClr val="dk1"/>
              </a:buClr>
              <a:buSzPts val="1500"/>
              <a:buFont typeface="Arial"/>
              <a:buChar char="●"/>
            </a:pPr>
            <a:r>
              <a:rPr b="1" lang="en-US" sz="1500">
                <a:solidFill>
                  <a:schemeClr val="dk1"/>
                </a:solidFill>
                <a:latin typeface="Times New Roman"/>
                <a:ea typeface="Times New Roman"/>
                <a:cs typeface="Times New Roman"/>
                <a:sym typeface="Times New Roman"/>
              </a:rPr>
              <a:t>Pair Plots:</a:t>
            </a:r>
            <a:r>
              <a:rPr lang="en-US" sz="1500">
                <a:solidFill>
                  <a:schemeClr val="dk1"/>
                </a:solidFill>
                <a:latin typeface="Times New Roman"/>
                <a:ea typeface="Times New Roman"/>
                <a:cs typeface="Times New Roman"/>
                <a:sym typeface="Times New Roman"/>
              </a:rPr>
              <a:t> Visualized relationships and distributions among numerical health and demographic variables.</a:t>
            </a:r>
            <a:endParaRPr sz="1500">
              <a:solidFill>
                <a:schemeClr val="dk1"/>
              </a:solidFill>
              <a:latin typeface="Times New Roman"/>
              <a:ea typeface="Times New Roman"/>
              <a:cs typeface="Times New Roman"/>
              <a:sym typeface="Times New Roman"/>
            </a:endParaRPr>
          </a:p>
          <a:p>
            <a:pPr indent="-323850" lvl="0" marL="457200" rtl="0" algn="l">
              <a:lnSpc>
                <a:spcPct val="115000"/>
              </a:lnSpc>
              <a:spcBef>
                <a:spcPts val="0"/>
              </a:spcBef>
              <a:spcAft>
                <a:spcPts val="0"/>
              </a:spcAft>
              <a:buClr>
                <a:schemeClr val="dk1"/>
              </a:buClr>
              <a:buSzPts val="1500"/>
              <a:buFont typeface="Arial"/>
              <a:buChar char="●"/>
            </a:pPr>
            <a:r>
              <a:rPr b="1" lang="en-US" sz="1500">
                <a:solidFill>
                  <a:schemeClr val="dk1"/>
                </a:solidFill>
                <a:latin typeface="Times New Roman"/>
                <a:ea typeface="Times New Roman"/>
                <a:cs typeface="Times New Roman"/>
                <a:sym typeface="Times New Roman"/>
              </a:rPr>
              <a:t>Heatmaps:</a:t>
            </a:r>
            <a:r>
              <a:rPr lang="en-US" sz="1500">
                <a:solidFill>
                  <a:schemeClr val="dk1"/>
                </a:solidFill>
                <a:latin typeface="Times New Roman"/>
                <a:ea typeface="Times New Roman"/>
                <a:cs typeface="Times New Roman"/>
                <a:sym typeface="Times New Roman"/>
              </a:rPr>
              <a:t> Displayed correlations between health status, chronic conditions, doctor visits, and socioeconomic factors.</a:t>
            </a:r>
            <a:endParaRPr sz="1500">
              <a:solidFill>
                <a:schemeClr val="dk1"/>
              </a:solidFill>
              <a:latin typeface="Times New Roman"/>
              <a:ea typeface="Times New Roman"/>
              <a:cs typeface="Times New Roman"/>
              <a:sym typeface="Times New Roman"/>
            </a:endParaRPr>
          </a:p>
          <a:p>
            <a:pPr indent="-323850" lvl="0" marL="457200" rtl="0" algn="l">
              <a:lnSpc>
                <a:spcPct val="115000"/>
              </a:lnSpc>
              <a:spcBef>
                <a:spcPts val="0"/>
              </a:spcBef>
              <a:spcAft>
                <a:spcPts val="0"/>
              </a:spcAft>
              <a:buClr>
                <a:schemeClr val="dk1"/>
              </a:buClr>
              <a:buSzPts val="1500"/>
              <a:buFont typeface="Arial"/>
              <a:buChar char="●"/>
            </a:pPr>
            <a:r>
              <a:rPr b="1" lang="en-US" sz="1500">
                <a:solidFill>
                  <a:schemeClr val="dk1"/>
                </a:solidFill>
                <a:latin typeface="Times New Roman"/>
                <a:ea typeface="Times New Roman"/>
                <a:cs typeface="Times New Roman"/>
                <a:sym typeface="Times New Roman"/>
              </a:rPr>
              <a:t>Raincloud/Violin-Box Hybrid Plots:</a:t>
            </a:r>
            <a:r>
              <a:rPr lang="en-US" sz="1500">
                <a:solidFill>
                  <a:schemeClr val="dk1"/>
                </a:solidFill>
                <a:latin typeface="Times New Roman"/>
                <a:ea typeface="Times New Roman"/>
                <a:cs typeface="Times New Roman"/>
                <a:sym typeface="Times New Roman"/>
              </a:rPr>
              <a:t> Compared health status distribution and spread across demographic categories.</a:t>
            </a:r>
            <a:endParaRPr sz="1500">
              <a:solidFill>
                <a:schemeClr val="dk1"/>
              </a:solidFill>
              <a:latin typeface="Times New Roman"/>
              <a:ea typeface="Times New Roman"/>
              <a:cs typeface="Times New Roman"/>
              <a:sym typeface="Times New Roman"/>
            </a:endParaRPr>
          </a:p>
          <a:p>
            <a:pPr indent="-323850" lvl="0" marL="457200" rtl="0" algn="l">
              <a:lnSpc>
                <a:spcPct val="115000"/>
              </a:lnSpc>
              <a:spcBef>
                <a:spcPts val="0"/>
              </a:spcBef>
              <a:spcAft>
                <a:spcPts val="0"/>
              </a:spcAft>
              <a:buClr>
                <a:schemeClr val="dk1"/>
              </a:buClr>
              <a:buSzPts val="1500"/>
              <a:buFont typeface="Arial"/>
              <a:buChar char="●"/>
            </a:pPr>
            <a:r>
              <a:rPr b="1" lang="en-US" sz="1500">
                <a:solidFill>
                  <a:schemeClr val="dk1"/>
                </a:solidFill>
                <a:latin typeface="Times New Roman"/>
                <a:ea typeface="Times New Roman"/>
                <a:cs typeface="Times New Roman"/>
                <a:sym typeface="Times New Roman"/>
              </a:rPr>
              <a:t>ECDF (Empirical Cumulative Distribution Function):</a:t>
            </a:r>
            <a:r>
              <a:rPr lang="en-US" sz="1500">
                <a:solidFill>
                  <a:schemeClr val="dk1"/>
                </a:solidFill>
                <a:latin typeface="Times New Roman"/>
                <a:ea typeface="Times New Roman"/>
                <a:cs typeface="Times New Roman"/>
                <a:sym typeface="Times New Roman"/>
              </a:rPr>
              <a:t> Analysed cumulative distribution of income and health metrics.</a:t>
            </a:r>
            <a:endParaRPr sz="1500">
              <a:solidFill>
                <a:schemeClr val="dk1"/>
              </a:solidFill>
              <a:latin typeface="Times New Roman"/>
              <a:ea typeface="Times New Roman"/>
              <a:cs typeface="Times New Roman"/>
              <a:sym typeface="Times New Roman"/>
            </a:endParaRPr>
          </a:p>
          <a:p>
            <a:pPr indent="-323850" lvl="0" marL="457200" rtl="0" algn="l">
              <a:lnSpc>
                <a:spcPct val="115000"/>
              </a:lnSpc>
              <a:spcBef>
                <a:spcPts val="0"/>
              </a:spcBef>
              <a:spcAft>
                <a:spcPts val="0"/>
              </a:spcAft>
              <a:buClr>
                <a:schemeClr val="dk1"/>
              </a:buClr>
              <a:buSzPts val="1500"/>
              <a:buFont typeface="Arial"/>
              <a:buChar char="●"/>
            </a:pPr>
            <a:r>
              <a:rPr b="1" lang="en-US" sz="1500">
                <a:solidFill>
                  <a:schemeClr val="dk1"/>
                </a:solidFill>
                <a:latin typeface="Times New Roman"/>
                <a:ea typeface="Times New Roman"/>
                <a:cs typeface="Times New Roman"/>
                <a:sym typeface="Times New Roman"/>
              </a:rPr>
              <a:t>Correlation Analysis:</a:t>
            </a:r>
            <a:r>
              <a:rPr lang="en-US" sz="1500">
                <a:solidFill>
                  <a:schemeClr val="dk1"/>
                </a:solidFill>
                <a:latin typeface="Times New Roman"/>
                <a:ea typeface="Times New Roman"/>
                <a:cs typeface="Times New Roman"/>
                <a:sym typeface="Times New Roman"/>
              </a:rPr>
              <a:t> Identified relationships among visits, illness, health status, income, and insurance coverage.</a:t>
            </a:r>
            <a:endParaRPr sz="1500">
              <a:solidFill>
                <a:schemeClr val="dk1"/>
              </a:solidFill>
              <a:latin typeface="Times New Roman"/>
              <a:ea typeface="Times New Roman"/>
              <a:cs typeface="Times New Roman"/>
              <a:sym typeface="Times New Roman"/>
            </a:endParaRPr>
          </a:p>
          <a:p>
            <a:pPr indent="-184150" lvl="1" marL="742950" rtl="0" algn="l">
              <a:lnSpc>
                <a:spcPct val="150000"/>
              </a:lnSpc>
              <a:spcBef>
                <a:spcPts val="1200"/>
              </a:spcBef>
              <a:spcAft>
                <a:spcPts val="0"/>
              </a:spcAft>
              <a:buSzPts val="1600"/>
              <a:buNone/>
            </a:pPr>
            <a:r>
              <a:t/>
            </a:r>
            <a:endParaRPr/>
          </a:p>
        </p:txBody>
      </p:sp>
      <p:pic>
        <p:nvPicPr>
          <p:cNvPr id="412" name="Google Shape;412;h160691dd5ea774ad_0_18"/>
          <p:cNvPicPr preferRelativeResize="0"/>
          <p:nvPr/>
        </p:nvPicPr>
        <p:blipFill rotWithShape="1">
          <a:blip r:embed="rId3">
            <a:alphaModFix/>
          </a:blip>
          <a:srcRect b="0" l="0" r="0" t="0"/>
          <a:stretch/>
        </p:blipFill>
        <p:spPr>
          <a:xfrm>
            <a:off x="467359" y="6410461"/>
            <a:ext cx="3706253" cy="296092"/>
          </a:xfrm>
          <a:prstGeom prst="rect">
            <a:avLst/>
          </a:prstGeom>
          <a:noFill/>
          <a:ln>
            <a:noFill/>
          </a:ln>
        </p:spPr>
      </p:pic>
      <p:pic>
        <p:nvPicPr>
          <p:cNvPr id="413" name="Google Shape;413;h160691dd5ea774ad_0_18"/>
          <p:cNvPicPr preferRelativeResize="0"/>
          <p:nvPr/>
        </p:nvPicPr>
        <p:blipFill rotWithShape="1">
          <a:blip r:embed="rId4">
            <a:alphaModFix/>
          </a:blip>
          <a:srcRect b="0" l="0" r="0" t="0"/>
          <a:stretch/>
        </p:blipFill>
        <p:spPr>
          <a:xfrm flipH="1">
            <a:off x="50800" y="3820150"/>
            <a:ext cx="1469250" cy="3010025"/>
          </a:xfrm>
          <a:prstGeom prst="rect">
            <a:avLst/>
          </a:prstGeom>
          <a:noFill/>
          <a:ln>
            <a:noFill/>
          </a:ln>
        </p:spPr>
      </p:pic>
      <p:sp>
        <p:nvSpPr>
          <p:cNvPr id="414" name="Google Shape;414;h160691dd5ea774ad_0_18"/>
          <p:cNvSpPr txBox="1"/>
          <p:nvPr>
            <p:ph type="title"/>
          </p:nvPr>
        </p:nvSpPr>
        <p:spPr>
          <a:xfrm>
            <a:off x="660399" y="430567"/>
            <a:ext cx="5306400" cy="847800"/>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chemeClr val="dk1"/>
              </a:buClr>
              <a:buSzPct val="111628"/>
              <a:buFont typeface="Trebuchet MS"/>
              <a:buNone/>
            </a:pPr>
            <a:r>
              <a:rPr lang="en-US" sz="4300">
                <a:latin typeface="Times New Roman"/>
                <a:ea typeface="Times New Roman"/>
                <a:cs typeface="Times New Roman"/>
                <a:sym typeface="Times New Roman"/>
              </a:rPr>
              <a:t>TECHNOLOGY USED</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414"/>
                                        </p:tgtEl>
                                        <p:attrNameLst>
                                          <p:attrName>style.visibility</p:attrName>
                                        </p:attrNameLst>
                                      </p:cBhvr>
                                      <p:to>
                                        <p:strVal val="visible"/>
                                      </p:to>
                                    </p:set>
                                    <p:anim calcmode="lin" valueType="num">
                                      <p:cBhvr additive="base">
                                        <p:cTn dur="500"/>
                                        <p:tgtEl>
                                          <p:spTgt spid="414"/>
                                        </p:tgtEl>
                                        <p:attrNameLst>
                                          <p:attrName>ppt_w</p:attrName>
                                        </p:attrNameLst>
                                      </p:cBhvr>
                                      <p:tavLst>
                                        <p:tav fmla="" tm="0">
                                          <p:val>
                                            <p:strVal val="0"/>
                                          </p:val>
                                        </p:tav>
                                        <p:tav fmla="" tm="100000">
                                          <p:val>
                                            <p:strVal val="#ppt_w"/>
                                          </p:val>
                                        </p:tav>
                                      </p:tavLst>
                                    </p:anim>
                                    <p:anim calcmode="lin" valueType="num">
                                      <p:cBhvr additive="base">
                                        <p:cTn dur="500"/>
                                        <p:tgtEl>
                                          <p:spTgt spid="414"/>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1">
                                            <p:txEl>
                                              <p:pRg end="0" st="0"/>
                                            </p:txEl>
                                          </p:spTgt>
                                        </p:tgtEl>
                                        <p:attrNameLst>
                                          <p:attrName>style.visibility</p:attrName>
                                        </p:attrNameLst>
                                      </p:cBhvr>
                                      <p:to>
                                        <p:strVal val="visible"/>
                                      </p:to>
                                    </p:set>
                                    <p:animEffect filter="fade" transition="in">
                                      <p:cBhvr>
                                        <p:cTn dur="1000"/>
                                        <p:tgtEl>
                                          <p:spTgt spid="41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1">
                                            <p:txEl>
                                              <p:pRg end="1" st="1"/>
                                            </p:txEl>
                                          </p:spTgt>
                                        </p:tgtEl>
                                        <p:attrNameLst>
                                          <p:attrName>style.visibility</p:attrName>
                                        </p:attrNameLst>
                                      </p:cBhvr>
                                      <p:to>
                                        <p:strVal val="visible"/>
                                      </p:to>
                                    </p:set>
                                    <p:animEffect filter="fade" transition="in">
                                      <p:cBhvr>
                                        <p:cTn dur="1000"/>
                                        <p:tgtEl>
                                          <p:spTgt spid="41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1">
                                            <p:txEl>
                                              <p:pRg end="2" st="2"/>
                                            </p:txEl>
                                          </p:spTgt>
                                        </p:tgtEl>
                                        <p:attrNameLst>
                                          <p:attrName>style.visibility</p:attrName>
                                        </p:attrNameLst>
                                      </p:cBhvr>
                                      <p:to>
                                        <p:strVal val="visible"/>
                                      </p:to>
                                    </p:set>
                                    <p:animEffect filter="fade" transition="in">
                                      <p:cBhvr>
                                        <p:cTn dur="1000"/>
                                        <p:tgtEl>
                                          <p:spTgt spid="41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1">
                                            <p:txEl>
                                              <p:pRg end="3" st="3"/>
                                            </p:txEl>
                                          </p:spTgt>
                                        </p:tgtEl>
                                        <p:attrNameLst>
                                          <p:attrName>style.visibility</p:attrName>
                                        </p:attrNameLst>
                                      </p:cBhvr>
                                      <p:to>
                                        <p:strVal val="visible"/>
                                      </p:to>
                                    </p:set>
                                    <p:animEffect filter="fade" transition="in">
                                      <p:cBhvr>
                                        <p:cTn dur="1000"/>
                                        <p:tgtEl>
                                          <p:spTgt spid="41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1">
                                            <p:txEl>
                                              <p:pRg end="4" st="4"/>
                                            </p:txEl>
                                          </p:spTgt>
                                        </p:tgtEl>
                                        <p:attrNameLst>
                                          <p:attrName>style.visibility</p:attrName>
                                        </p:attrNameLst>
                                      </p:cBhvr>
                                      <p:to>
                                        <p:strVal val="visible"/>
                                      </p:to>
                                    </p:set>
                                    <p:animEffect filter="fade" transition="in">
                                      <p:cBhvr>
                                        <p:cTn dur="1000"/>
                                        <p:tgtEl>
                                          <p:spTgt spid="41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1">
                                            <p:txEl>
                                              <p:pRg end="5" st="5"/>
                                            </p:txEl>
                                          </p:spTgt>
                                        </p:tgtEl>
                                        <p:attrNameLst>
                                          <p:attrName>style.visibility</p:attrName>
                                        </p:attrNameLst>
                                      </p:cBhvr>
                                      <p:to>
                                        <p:strVal val="visible"/>
                                      </p:to>
                                    </p:set>
                                    <p:animEffect filter="fade" transition="in">
                                      <p:cBhvr>
                                        <p:cTn dur="1000"/>
                                        <p:tgtEl>
                                          <p:spTgt spid="411">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1">
                                            <p:txEl>
                                              <p:pRg end="6" st="6"/>
                                            </p:txEl>
                                          </p:spTgt>
                                        </p:tgtEl>
                                        <p:attrNameLst>
                                          <p:attrName>style.visibility</p:attrName>
                                        </p:attrNameLst>
                                      </p:cBhvr>
                                      <p:to>
                                        <p:strVal val="visible"/>
                                      </p:to>
                                    </p:set>
                                    <p:animEffect filter="fade" transition="in">
                                      <p:cBhvr>
                                        <p:cTn dur="1000"/>
                                        <p:tgtEl>
                                          <p:spTgt spid="411">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1">
                                            <p:txEl>
                                              <p:pRg end="7" st="7"/>
                                            </p:txEl>
                                          </p:spTgt>
                                        </p:tgtEl>
                                        <p:attrNameLst>
                                          <p:attrName>style.visibility</p:attrName>
                                        </p:attrNameLst>
                                      </p:cBhvr>
                                      <p:to>
                                        <p:strVal val="visible"/>
                                      </p:to>
                                    </p:set>
                                    <p:animEffect filter="fade" transition="in">
                                      <p:cBhvr>
                                        <p:cTn dur="1000"/>
                                        <p:tgtEl>
                                          <p:spTgt spid="411">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1">
                                            <p:txEl>
                                              <p:pRg end="8" st="8"/>
                                            </p:txEl>
                                          </p:spTgt>
                                        </p:tgtEl>
                                        <p:attrNameLst>
                                          <p:attrName>style.visibility</p:attrName>
                                        </p:attrNameLst>
                                      </p:cBhvr>
                                      <p:to>
                                        <p:strVal val="visible"/>
                                      </p:to>
                                    </p:set>
                                    <p:animEffect filter="fade" transition="in">
                                      <p:cBhvr>
                                        <p:cTn dur="1000"/>
                                        <p:tgtEl>
                                          <p:spTgt spid="411">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1">
                                            <p:txEl>
                                              <p:pRg end="9" st="9"/>
                                            </p:txEl>
                                          </p:spTgt>
                                        </p:tgtEl>
                                        <p:attrNameLst>
                                          <p:attrName>style.visibility</p:attrName>
                                        </p:attrNameLst>
                                      </p:cBhvr>
                                      <p:to>
                                        <p:strVal val="visible"/>
                                      </p:to>
                                    </p:set>
                                    <p:animEffect filter="fade" transition="in">
                                      <p:cBhvr>
                                        <p:cTn dur="1000"/>
                                        <p:tgtEl>
                                          <p:spTgt spid="411">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1">
                                            <p:txEl>
                                              <p:pRg end="10" st="10"/>
                                            </p:txEl>
                                          </p:spTgt>
                                        </p:tgtEl>
                                        <p:attrNameLst>
                                          <p:attrName>style.visibility</p:attrName>
                                        </p:attrNameLst>
                                      </p:cBhvr>
                                      <p:to>
                                        <p:strVal val="visible"/>
                                      </p:to>
                                    </p:set>
                                    <p:animEffect filter="fade" transition="in">
                                      <p:cBhvr>
                                        <p:cTn dur="1000"/>
                                        <p:tgtEl>
                                          <p:spTgt spid="411">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1">
                                            <p:txEl>
                                              <p:pRg end="11" st="11"/>
                                            </p:txEl>
                                          </p:spTgt>
                                        </p:tgtEl>
                                        <p:attrNameLst>
                                          <p:attrName>style.visibility</p:attrName>
                                        </p:attrNameLst>
                                      </p:cBhvr>
                                      <p:to>
                                        <p:strVal val="visible"/>
                                      </p:to>
                                    </p:set>
                                    <p:animEffect filter="fade" transition="in">
                                      <p:cBhvr>
                                        <p:cTn dur="1000"/>
                                        <p:tgtEl>
                                          <p:spTgt spid="411">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1">
                                            <p:txEl>
                                              <p:pRg end="12" st="12"/>
                                            </p:txEl>
                                          </p:spTgt>
                                        </p:tgtEl>
                                        <p:attrNameLst>
                                          <p:attrName>style.visibility</p:attrName>
                                        </p:attrNameLst>
                                      </p:cBhvr>
                                      <p:to>
                                        <p:strVal val="visible"/>
                                      </p:to>
                                    </p:set>
                                    <p:animEffect filter="fade" transition="in">
                                      <p:cBhvr>
                                        <p:cTn dur="1000"/>
                                        <p:tgtEl>
                                          <p:spTgt spid="411">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1">
                                            <p:txEl>
                                              <p:pRg end="13" st="13"/>
                                            </p:txEl>
                                          </p:spTgt>
                                        </p:tgtEl>
                                        <p:attrNameLst>
                                          <p:attrName>style.visibility</p:attrName>
                                        </p:attrNameLst>
                                      </p:cBhvr>
                                      <p:to>
                                        <p:strVal val="visible"/>
                                      </p:to>
                                    </p:set>
                                    <p:animEffect filter="fade" transition="in">
                                      <p:cBhvr>
                                        <p:cTn dur="1000"/>
                                        <p:tgtEl>
                                          <p:spTgt spid="411">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1">
                                            <p:txEl>
                                              <p:pRg end="14" st="14"/>
                                            </p:txEl>
                                          </p:spTgt>
                                        </p:tgtEl>
                                        <p:attrNameLst>
                                          <p:attrName>style.visibility</p:attrName>
                                        </p:attrNameLst>
                                      </p:cBhvr>
                                      <p:to>
                                        <p:strVal val="visible"/>
                                      </p:to>
                                    </p:set>
                                    <p:animEffect filter="fade" transition="in">
                                      <p:cBhvr>
                                        <p:cTn dur="1000"/>
                                        <p:tgtEl>
                                          <p:spTgt spid="411">
                                            <p:txEl>
                                              <p:pRg end="14" st="1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1">
                                            <p:txEl>
                                              <p:pRg end="15" st="15"/>
                                            </p:txEl>
                                          </p:spTgt>
                                        </p:tgtEl>
                                        <p:attrNameLst>
                                          <p:attrName>style.visibility</p:attrName>
                                        </p:attrNameLst>
                                      </p:cBhvr>
                                      <p:to>
                                        <p:strVal val="visible"/>
                                      </p:to>
                                    </p:set>
                                    <p:animEffect filter="fade" transition="in">
                                      <p:cBhvr>
                                        <p:cTn dur="1000"/>
                                        <p:tgtEl>
                                          <p:spTgt spid="411">
                                            <p:txEl>
                                              <p:pRg end="15" st="1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1">
                                            <p:txEl>
                                              <p:pRg end="16" st="16"/>
                                            </p:txEl>
                                          </p:spTgt>
                                        </p:tgtEl>
                                        <p:attrNameLst>
                                          <p:attrName>style.visibility</p:attrName>
                                        </p:attrNameLst>
                                      </p:cBhvr>
                                      <p:to>
                                        <p:strVal val="visible"/>
                                      </p:to>
                                    </p:set>
                                    <p:animEffect filter="fade" transition="in">
                                      <p:cBhvr>
                                        <p:cTn dur="1000"/>
                                        <p:tgtEl>
                                          <p:spTgt spid="411">
                                            <p:txEl>
                                              <p:pRg end="16" st="1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1">
                                            <p:txEl>
                                              <p:pRg end="17" st="17"/>
                                            </p:txEl>
                                          </p:spTgt>
                                        </p:tgtEl>
                                        <p:attrNameLst>
                                          <p:attrName>style.visibility</p:attrName>
                                        </p:attrNameLst>
                                      </p:cBhvr>
                                      <p:to>
                                        <p:strVal val="visible"/>
                                      </p:to>
                                    </p:set>
                                    <p:animEffect filter="fade" transition="in">
                                      <p:cBhvr>
                                        <p:cTn dur="1000"/>
                                        <p:tgtEl>
                                          <p:spTgt spid="411">
                                            <p:txEl>
                                              <p:pRg end="17" st="1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1">
                                            <p:txEl>
                                              <p:pRg end="18" st="18"/>
                                            </p:txEl>
                                          </p:spTgt>
                                        </p:tgtEl>
                                        <p:attrNameLst>
                                          <p:attrName>style.visibility</p:attrName>
                                        </p:attrNameLst>
                                      </p:cBhvr>
                                      <p:to>
                                        <p:strVal val="visible"/>
                                      </p:to>
                                    </p:set>
                                    <p:animEffect filter="fade" transition="in">
                                      <p:cBhvr>
                                        <p:cTn dur="1000"/>
                                        <p:tgtEl>
                                          <p:spTgt spid="411">
                                            <p:txEl>
                                              <p:pRg end="18" st="1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419" name="Shape 419"/>
        <p:cNvGrpSpPr/>
        <p:nvPr/>
      </p:nvGrpSpPr>
      <p:grpSpPr>
        <a:xfrm>
          <a:off x="0" y="0"/>
          <a:ext cx="0" cy="0"/>
          <a:chOff x="0" y="0"/>
          <a:chExt cx="0" cy="0"/>
        </a:xfrm>
      </p:grpSpPr>
      <p:pic>
        <p:nvPicPr>
          <p:cNvPr id="420" name="Google Shape;420;p5"/>
          <p:cNvPicPr preferRelativeResize="0"/>
          <p:nvPr/>
        </p:nvPicPr>
        <p:blipFill rotWithShape="1">
          <a:blip r:embed="rId3">
            <a:alphaModFix/>
          </a:blip>
          <a:srcRect b="0" l="0" r="0" t="0"/>
          <a:stretch/>
        </p:blipFill>
        <p:spPr>
          <a:xfrm>
            <a:off x="467359" y="6410461"/>
            <a:ext cx="3706253" cy="296092"/>
          </a:xfrm>
          <a:prstGeom prst="rect">
            <a:avLst/>
          </a:prstGeom>
          <a:noFill/>
          <a:ln>
            <a:noFill/>
          </a:ln>
        </p:spPr>
      </p:pic>
      <p:pic>
        <p:nvPicPr>
          <p:cNvPr id="421" name="Google Shape;421;p5"/>
          <p:cNvPicPr preferRelativeResize="0"/>
          <p:nvPr/>
        </p:nvPicPr>
        <p:blipFill rotWithShape="1">
          <a:blip r:embed="rId4">
            <a:alphaModFix/>
          </a:blip>
          <a:srcRect b="0" l="0" r="0" t="0"/>
          <a:stretch/>
        </p:blipFill>
        <p:spPr>
          <a:xfrm flipH="1">
            <a:off x="50800" y="3820160"/>
            <a:ext cx="1727200" cy="3010024"/>
          </a:xfrm>
          <a:prstGeom prst="rect">
            <a:avLst/>
          </a:prstGeom>
          <a:noFill/>
          <a:ln>
            <a:noFill/>
          </a:ln>
        </p:spPr>
      </p:pic>
      <p:sp>
        <p:nvSpPr>
          <p:cNvPr id="422" name="Google Shape;422;p5"/>
          <p:cNvSpPr txBox="1"/>
          <p:nvPr>
            <p:ph idx="1" type="body"/>
          </p:nvPr>
        </p:nvSpPr>
        <p:spPr>
          <a:xfrm>
            <a:off x="1520050" y="1087600"/>
            <a:ext cx="9698100" cy="5588400"/>
          </a:xfrm>
          <a:prstGeom prst="rect">
            <a:avLst/>
          </a:prstGeom>
          <a:noFill/>
          <a:ln>
            <a:noFill/>
          </a:ln>
        </p:spPr>
        <p:txBody>
          <a:bodyPr anchorCtr="0" anchor="t" bIns="45700" lIns="91425" spcFirstLastPara="1" rIns="91425" wrap="square" tIns="45700">
            <a:normAutofit/>
          </a:bodyPr>
          <a:lstStyle/>
          <a:p>
            <a:pPr indent="0" lvl="0" marL="0" rtl="0" algn="l">
              <a:lnSpc>
                <a:spcPct val="115000"/>
              </a:lnSpc>
              <a:spcBef>
                <a:spcPts val="0"/>
              </a:spcBef>
              <a:spcAft>
                <a:spcPts val="0"/>
              </a:spcAft>
              <a:buClr>
                <a:schemeClr val="dk1"/>
              </a:buClr>
              <a:buSzPts val="1100"/>
              <a:buFont typeface="Arial"/>
              <a:buNone/>
            </a:pPr>
            <a:r>
              <a:rPr b="1" lang="en-US" sz="1500">
                <a:solidFill>
                  <a:srgbClr val="3F3F3F"/>
                </a:solidFill>
                <a:latin typeface="Times New Roman"/>
                <a:ea typeface="Times New Roman"/>
                <a:cs typeface="Times New Roman"/>
                <a:sym typeface="Times New Roman"/>
              </a:rPr>
              <a:t>Analytical Techniques Applied</a:t>
            </a:r>
            <a:endParaRPr b="1" sz="1500">
              <a:solidFill>
                <a:srgbClr val="3F3F3F"/>
              </a:solidFill>
              <a:latin typeface="Times New Roman"/>
              <a:ea typeface="Times New Roman"/>
              <a:cs typeface="Times New Roman"/>
              <a:sym typeface="Times New Roman"/>
            </a:endParaRPr>
          </a:p>
          <a:p>
            <a:pPr indent="-323850" lvl="0" marL="457200" rtl="0" algn="l">
              <a:lnSpc>
                <a:spcPct val="115000"/>
              </a:lnSpc>
              <a:spcBef>
                <a:spcPts val="400"/>
              </a:spcBef>
              <a:spcAft>
                <a:spcPts val="0"/>
              </a:spcAft>
              <a:buClr>
                <a:srgbClr val="3F3F3F"/>
              </a:buClr>
              <a:buSzPts val="1500"/>
              <a:buFont typeface="Times New Roman"/>
              <a:buChar char="●"/>
            </a:pPr>
            <a:r>
              <a:rPr b="1" lang="en-US" sz="1500">
                <a:solidFill>
                  <a:srgbClr val="3F3F3F"/>
                </a:solidFill>
                <a:latin typeface="Times New Roman"/>
                <a:ea typeface="Times New Roman"/>
                <a:cs typeface="Times New Roman"/>
                <a:sym typeface="Times New Roman"/>
              </a:rPr>
              <a:t>Data Cleaning &amp; Missing Value Handling</a:t>
            </a:r>
            <a:endParaRPr b="1" sz="1500">
              <a:solidFill>
                <a:srgbClr val="3F3F3F"/>
              </a:solidFill>
              <a:latin typeface="Times New Roman"/>
              <a:ea typeface="Times New Roman"/>
              <a:cs typeface="Times New Roman"/>
              <a:sym typeface="Times New Roman"/>
            </a:endParaRPr>
          </a:p>
          <a:p>
            <a:pPr indent="-323850" lvl="0" marL="457200" rtl="0" algn="l">
              <a:lnSpc>
                <a:spcPct val="115000"/>
              </a:lnSpc>
              <a:spcBef>
                <a:spcPts val="0"/>
              </a:spcBef>
              <a:spcAft>
                <a:spcPts val="0"/>
              </a:spcAft>
              <a:buClr>
                <a:srgbClr val="3F3F3F"/>
              </a:buClr>
              <a:buSzPts val="1500"/>
              <a:buFont typeface="Times New Roman"/>
              <a:buChar char="●"/>
            </a:pPr>
            <a:r>
              <a:rPr b="1" lang="en-US" sz="1500">
                <a:solidFill>
                  <a:srgbClr val="3F3F3F"/>
                </a:solidFill>
                <a:latin typeface="Times New Roman"/>
                <a:ea typeface="Times New Roman"/>
                <a:cs typeface="Times New Roman"/>
                <a:sym typeface="Times New Roman"/>
              </a:rPr>
              <a:t>Duplicate &amp; Outlier Detection</a:t>
            </a:r>
            <a:endParaRPr b="1" sz="1500">
              <a:solidFill>
                <a:srgbClr val="3F3F3F"/>
              </a:solidFill>
              <a:latin typeface="Times New Roman"/>
              <a:ea typeface="Times New Roman"/>
              <a:cs typeface="Times New Roman"/>
              <a:sym typeface="Times New Roman"/>
            </a:endParaRPr>
          </a:p>
          <a:p>
            <a:pPr indent="-323850" lvl="0" marL="457200" rtl="0" algn="l">
              <a:lnSpc>
                <a:spcPct val="115000"/>
              </a:lnSpc>
              <a:spcBef>
                <a:spcPts val="0"/>
              </a:spcBef>
              <a:spcAft>
                <a:spcPts val="0"/>
              </a:spcAft>
              <a:buClr>
                <a:srgbClr val="3F3F3F"/>
              </a:buClr>
              <a:buSzPts val="1500"/>
              <a:buFont typeface="Times New Roman"/>
              <a:buChar char="●"/>
            </a:pPr>
            <a:r>
              <a:rPr b="1" lang="en-US" sz="1500">
                <a:solidFill>
                  <a:srgbClr val="3F3F3F"/>
                </a:solidFill>
                <a:latin typeface="Times New Roman"/>
                <a:ea typeface="Times New Roman"/>
                <a:cs typeface="Times New Roman"/>
                <a:sym typeface="Times New Roman"/>
              </a:rPr>
              <a:t>Exploratory Data Analysis (EDA)</a:t>
            </a:r>
            <a:endParaRPr b="1" sz="1500">
              <a:solidFill>
                <a:srgbClr val="3F3F3F"/>
              </a:solidFill>
              <a:latin typeface="Times New Roman"/>
              <a:ea typeface="Times New Roman"/>
              <a:cs typeface="Times New Roman"/>
              <a:sym typeface="Times New Roman"/>
            </a:endParaRPr>
          </a:p>
          <a:p>
            <a:pPr indent="-323850" lvl="0" marL="457200" rtl="0" algn="l">
              <a:lnSpc>
                <a:spcPct val="115000"/>
              </a:lnSpc>
              <a:spcBef>
                <a:spcPts val="0"/>
              </a:spcBef>
              <a:spcAft>
                <a:spcPts val="0"/>
              </a:spcAft>
              <a:buClr>
                <a:srgbClr val="3F3F3F"/>
              </a:buClr>
              <a:buSzPts val="1500"/>
              <a:buFont typeface="Times New Roman"/>
              <a:buChar char="●"/>
            </a:pPr>
            <a:r>
              <a:rPr b="1" lang="en-US" sz="1500">
                <a:solidFill>
                  <a:srgbClr val="3F3F3F"/>
                </a:solidFill>
                <a:latin typeface="Times New Roman"/>
                <a:ea typeface="Times New Roman"/>
                <a:cs typeface="Times New Roman"/>
                <a:sym typeface="Times New Roman"/>
              </a:rPr>
              <a:t>Univariate, Bivariate &amp; Multivariate Analysis</a:t>
            </a:r>
            <a:endParaRPr b="1" sz="1500">
              <a:solidFill>
                <a:srgbClr val="3F3F3F"/>
              </a:solidFill>
              <a:latin typeface="Times New Roman"/>
              <a:ea typeface="Times New Roman"/>
              <a:cs typeface="Times New Roman"/>
              <a:sym typeface="Times New Roman"/>
            </a:endParaRPr>
          </a:p>
          <a:p>
            <a:pPr indent="-323850" lvl="0" marL="457200" rtl="0" algn="l">
              <a:lnSpc>
                <a:spcPct val="115000"/>
              </a:lnSpc>
              <a:spcBef>
                <a:spcPts val="0"/>
              </a:spcBef>
              <a:spcAft>
                <a:spcPts val="0"/>
              </a:spcAft>
              <a:buClr>
                <a:srgbClr val="3F3F3F"/>
              </a:buClr>
              <a:buSzPts val="1500"/>
              <a:buFont typeface="Times New Roman"/>
              <a:buChar char="●"/>
            </a:pPr>
            <a:r>
              <a:rPr b="1" lang="en-US" sz="1500">
                <a:solidFill>
                  <a:srgbClr val="3F3F3F"/>
                </a:solidFill>
                <a:latin typeface="Times New Roman"/>
                <a:ea typeface="Times New Roman"/>
                <a:cs typeface="Times New Roman"/>
                <a:sym typeface="Times New Roman"/>
              </a:rPr>
              <a:t>Descriptive Statistics</a:t>
            </a:r>
            <a:endParaRPr b="1" sz="1500">
              <a:solidFill>
                <a:srgbClr val="3F3F3F"/>
              </a:solidFill>
              <a:latin typeface="Times New Roman"/>
              <a:ea typeface="Times New Roman"/>
              <a:cs typeface="Times New Roman"/>
              <a:sym typeface="Times New Roman"/>
            </a:endParaRPr>
          </a:p>
          <a:p>
            <a:pPr indent="-323850" lvl="0" marL="457200" rtl="0" algn="l">
              <a:lnSpc>
                <a:spcPct val="115000"/>
              </a:lnSpc>
              <a:spcBef>
                <a:spcPts val="0"/>
              </a:spcBef>
              <a:spcAft>
                <a:spcPts val="0"/>
              </a:spcAft>
              <a:buClr>
                <a:srgbClr val="3F3F3F"/>
              </a:buClr>
              <a:buSzPts val="1500"/>
              <a:buFont typeface="Times New Roman"/>
              <a:buChar char="●"/>
            </a:pPr>
            <a:r>
              <a:rPr b="1" lang="en-US" sz="1500">
                <a:solidFill>
                  <a:srgbClr val="3F3F3F"/>
                </a:solidFill>
                <a:latin typeface="Times New Roman"/>
                <a:ea typeface="Times New Roman"/>
                <a:cs typeface="Times New Roman"/>
                <a:sym typeface="Times New Roman"/>
              </a:rPr>
              <a:t>Demographic &amp; Health Status Comparison</a:t>
            </a:r>
            <a:endParaRPr b="1" sz="1500">
              <a:solidFill>
                <a:srgbClr val="3F3F3F"/>
              </a:solidFill>
              <a:latin typeface="Times New Roman"/>
              <a:ea typeface="Times New Roman"/>
              <a:cs typeface="Times New Roman"/>
              <a:sym typeface="Times New Roman"/>
            </a:endParaRPr>
          </a:p>
          <a:p>
            <a:pPr indent="-323850" lvl="0" marL="457200" rtl="0" algn="l">
              <a:lnSpc>
                <a:spcPct val="115000"/>
              </a:lnSpc>
              <a:spcBef>
                <a:spcPts val="0"/>
              </a:spcBef>
              <a:spcAft>
                <a:spcPts val="0"/>
              </a:spcAft>
              <a:buClr>
                <a:srgbClr val="3F3F3F"/>
              </a:buClr>
              <a:buSzPts val="1500"/>
              <a:buFont typeface="Times New Roman"/>
              <a:buChar char="●"/>
            </a:pPr>
            <a:r>
              <a:rPr b="1" lang="en-US" sz="1500">
                <a:solidFill>
                  <a:srgbClr val="3F3F3F"/>
                </a:solidFill>
                <a:latin typeface="Times New Roman"/>
                <a:ea typeface="Times New Roman"/>
                <a:cs typeface="Times New Roman"/>
                <a:sym typeface="Times New Roman"/>
              </a:rPr>
              <a:t>Healthcare Utilization &amp; Access Analysis</a:t>
            </a:r>
            <a:endParaRPr b="1" sz="1500">
              <a:solidFill>
                <a:srgbClr val="3F3F3F"/>
              </a:solidFill>
              <a:latin typeface="Times New Roman"/>
              <a:ea typeface="Times New Roman"/>
              <a:cs typeface="Times New Roman"/>
              <a:sym typeface="Times New Roman"/>
            </a:endParaRPr>
          </a:p>
          <a:p>
            <a:pPr indent="-323850" lvl="0" marL="457200" rtl="0" algn="l">
              <a:lnSpc>
                <a:spcPct val="115000"/>
              </a:lnSpc>
              <a:spcBef>
                <a:spcPts val="0"/>
              </a:spcBef>
              <a:spcAft>
                <a:spcPts val="0"/>
              </a:spcAft>
              <a:buClr>
                <a:srgbClr val="3F3F3F"/>
              </a:buClr>
              <a:buSzPts val="1500"/>
              <a:buFont typeface="Times New Roman"/>
              <a:buChar char="●"/>
            </a:pPr>
            <a:r>
              <a:rPr b="1" lang="en-US" sz="1500">
                <a:solidFill>
                  <a:srgbClr val="3F3F3F"/>
                </a:solidFill>
                <a:latin typeface="Times New Roman"/>
                <a:ea typeface="Times New Roman"/>
                <a:cs typeface="Times New Roman"/>
                <a:sym typeface="Times New Roman"/>
              </a:rPr>
              <a:t>Predictive Analysis using Machine Learning</a:t>
            </a:r>
            <a:endParaRPr b="1" sz="1500">
              <a:solidFill>
                <a:srgbClr val="3F3F3F"/>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b="1" lang="en-US" sz="1500">
                <a:solidFill>
                  <a:srgbClr val="3F3F3F"/>
                </a:solidFill>
                <a:latin typeface="Times New Roman"/>
                <a:ea typeface="Times New Roman"/>
                <a:cs typeface="Times New Roman"/>
                <a:sym typeface="Times New Roman"/>
              </a:rPr>
              <a:t>Dataset</a:t>
            </a:r>
            <a:endParaRPr b="1" sz="1500">
              <a:solidFill>
                <a:srgbClr val="3F3F3F"/>
              </a:solidFill>
              <a:latin typeface="Times New Roman"/>
              <a:ea typeface="Times New Roman"/>
              <a:cs typeface="Times New Roman"/>
              <a:sym typeface="Times New Roman"/>
            </a:endParaRPr>
          </a:p>
          <a:p>
            <a:pPr indent="-323850" lvl="0" marL="457200" rtl="0" algn="l">
              <a:lnSpc>
                <a:spcPct val="115000"/>
              </a:lnSpc>
              <a:spcBef>
                <a:spcPts val="400"/>
              </a:spcBef>
              <a:spcAft>
                <a:spcPts val="0"/>
              </a:spcAft>
              <a:buClr>
                <a:srgbClr val="3F3F3F"/>
              </a:buClr>
              <a:buSzPts val="1500"/>
              <a:buFont typeface="Arial"/>
              <a:buChar char="●"/>
            </a:pPr>
            <a:r>
              <a:rPr b="1" lang="en-US" sz="1500">
                <a:solidFill>
                  <a:srgbClr val="3F3F3F"/>
                </a:solidFill>
                <a:latin typeface="Times New Roman"/>
                <a:ea typeface="Times New Roman"/>
                <a:cs typeface="Times New Roman"/>
                <a:sym typeface="Times New Roman"/>
              </a:rPr>
              <a:t>Source:</a:t>
            </a:r>
            <a:r>
              <a:rPr lang="en-US" sz="1500">
                <a:solidFill>
                  <a:srgbClr val="3F3F3F"/>
                </a:solidFill>
                <a:latin typeface="Times New Roman"/>
                <a:ea typeface="Times New Roman"/>
                <a:cs typeface="Times New Roman"/>
                <a:sym typeface="Times New Roman"/>
              </a:rPr>
              <a:t> Healthcare Analytics for Doctor Visits Dataset</a:t>
            </a:r>
            <a:endParaRPr sz="1500">
              <a:solidFill>
                <a:srgbClr val="3F3F3F"/>
              </a:solidFill>
              <a:latin typeface="Times New Roman"/>
              <a:ea typeface="Times New Roman"/>
              <a:cs typeface="Times New Roman"/>
              <a:sym typeface="Times New Roman"/>
            </a:endParaRPr>
          </a:p>
          <a:p>
            <a:pPr indent="-323850" lvl="0" marL="457200" rtl="0" algn="l">
              <a:lnSpc>
                <a:spcPct val="115000"/>
              </a:lnSpc>
              <a:spcBef>
                <a:spcPts val="0"/>
              </a:spcBef>
              <a:spcAft>
                <a:spcPts val="0"/>
              </a:spcAft>
              <a:buClr>
                <a:srgbClr val="3F3F3F"/>
              </a:buClr>
              <a:buSzPts val="1500"/>
              <a:buFont typeface="Arial"/>
              <a:buChar char="●"/>
            </a:pPr>
            <a:r>
              <a:rPr b="1" lang="en-US" sz="1500">
                <a:solidFill>
                  <a:srgbClr val="3F3F3F"/>
                </a:solidFill>
                <a:latin typeface="Times New Roman"/>
                <a:ea typeface="Times New Roman"/>
                <a:cs typeface="Times New Roman"/>
                <a:sym typeface="Times New Roman"/>
              </a:rPr>
              <a:t>Description:</a:t>
            </a:r>
            <a:r>
              <a:rPr lang="en-US" sz="1500">
                <a:solidFill>
                  <a:srgbClr val="3F3F3F"/>
                </a:solidFill>
                <a:latin typeface="Times New Roman"/>
                <a:ea typeface="Times New Roman"/>
                <a:cs typeface="Times New Roman"/>
                <a:sym typeface="Times New Roman"/>
              </a:rPr>
              <a:t> The dataset represents doctor visits, health status, illness indicators, and socioeconomic variables of individuals. It contains information related to patient demographics, income, number of illnesses, restricted activity days, health assessment scores, private health insurance, and government welfare programs (freepoor, freerepat, nchronic, lchronic).</a:t>
            </a:r>
            <a:endParaRPr sz="1500">
              <a:solidFill>
                <a:srgbClr val="3F3F3F"/>
              </a:solidFill>
              <a:latin typeface="Times New Roman"/>
              <a:ea typeface="Times New Roman"/>
              <a:cs typeface="Times New Roman"/>
              <a:sym typeface="Times New Roman"/>
            </a:endParaRPr>
          </a:p>
          <a:p>
            <a:pPr indent="-323850" lvl="0" marL="457200" rtl="0" algn="l">
              <a:lnSpc>
                <a:spcPct val="115000"/>
              </a:lnSpc>
              <a:spcBef>
                <a:spcPts val="0"/>
              </a:spcBef>
              <a:spcAft>
                <a:spcPts val="0"/>
              </a:spcAft>
              <a:buClr>
                <a:srgbClr val="3F3F3F"/>
              </a:buClr>
              <a:buSzPts val="1500"/>
              <a:buFont typeface="Arial"/>
              <a:buChar char="●"/>
            </a:pPr>
            <a:r>
              <a:rPr b="1" lang="en-US" sz="1500">
                <a:solidFill>
                  <a:srgbClr val="3F3F3F"/>
                </a:solidFill>
                <a:latin typeface="Times New Roman"/>
                <a:ea typeface="Times New Roman"/>
                <a:cs typeface="Times New Roman"/>
                <a:sym typeface="Times New Roman"/>
              </a:rPr>
              <a:t>Size:</a:t>
            </a:r>
            <a:r>
              <a:rPr lang="en-US" sz="1500">
                <a:solidFill>
                  <a:srgbClr val="3F3F3F"/>
                </a:solidFill>
                <a:latin typeface="Times New Roman"/>
                <a:ea typeface="Times New Roman"/>
                <a:cs typeface="Times New Roman"/>
                <a:sym typeface="Times New Roman"/>
              </a:rPr>
              <a:t> Contains 5,190 records with 13 variables.</a:t>
            </a:r>
            <a:endParaRPr sz="1500">
              <a:solidFill>
                <a:srgbClr val="3F3F3F"/>
              </a:solidFill>
              <a:latin typeface="Times New Roman"/>
              <a:ea typeface="Times New Roman"/>
              <a:cs typeface="Times New Roman"/>
              <a:sym typeface="Times New Roman"/>
            </a:endParaRPr>
          </a:p>
          <a:p>
            <a:pPr indent="-323850" lvl="0" marL="457200" rtl="0" algn="l">
              <a:lnSpc>
                <a:spcPct val="115000"/>
              </a:lnSpc>
              <a:spcBef>
                <a:spcPts val="0"/>
              </a:spcBef>
              <a:spcAft>
                <a:spcPts val="0"/>
              </a:spcAft>
              <a:buClr>
                <a:srgbClr val="3F3F3F"/>
              </a:buClr>
              <a:buSzPts val="1500"/>
              <a:buFont typeface="Arial"/>
              <a:buChar char="●"/>
            </a:pPr>
            <a:r>
              <a:rPr b="1" lang="en-US" sz="1500">
                <a:solidFill>
                  <a:srgbClr val="3F3F3F"/>
                </a:solidFill>
                <a:latin typeface="Times New Roman"/>
                <a:ea typeface="Times New Roman"/>
                <a:cs typeface="Times New Roman"/>
                <a:sym typeface="Times New Roman"/>
              </a:rPr>
              <a:t>Key Features:</a:t>
            </a:r>
            <a:r>
              <a:rPr lang="en-US" sz="1500">
                <a:solidFill>
                  <a:srgbClr val="3F3F3F"/>
                </a:solidFill>
                <a:latin typeface="Times New Roman"/>
                <a:ea typeface="Times New Roman"/>
                <a:cs typeface="Times New Roman"/>
                <a:sym typeface="Times New Roman"/>
              </a:rPr>
              <a:t> visits, gender, age, income, illness, reduced, health, private, freepoor, freerepat, nchronic, and lchronic.</a:t>
            </a:r>
            <a:endParaRPr sz="1500">
              <a:solidFill>
                <a:srgbClr val="3F3F3F"/>
              </a:solidFill>
              <a:latin typeface="Times New Roman"/>
              <a:ea typeface="Times New Roman"/>
              <a:cs typeface="Times New Roman"/>
              <a:sym typeface="Times New Roman"/>
            </a:endParaRPr>
          </a:p>
          <a:p>
            <a:pPr indent="-184150" lvl="1" marL="742950" rtl="0" algn="l">
              <a:lnSpc>
                <a:spcPct val="150000"/>
              </a:lnSpc>
              <a:spcBef>
                <a:spcPts val="1200"/>
              </a:spcBef>
              <a:spcAft>
                <a:spcPts val="0"/>
              </a:spcAft>
              <a:buSzPts val="1600"/>
              <a:buNone/>
            </a:pPr>
            <a:r>
              <a:t/>
            </a:r>
            <a:endParaRPr/>
          </a:p>
        </p:txBody>
      </p:sp>
      <p:sp>
        <p:nvSpPr>
          <p:cNvPr id="423" name="Google Shape;423;p5"/>
          <p:cNvSpPr txBox="1"/>
          <p:nvPr>
            <p:ph type="title"/>
          </p:nvPr>
        </p:nvSpPr>
        <p:spPr>
          <a:xfrm>
            <a:off x="660399" y="430567"/>
            <a:ext cx="5306291" cy="847817"/>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chemeClr val="dk1"/>
              </a:buClr>
              <a:buSzPct val="111628"/>
              <a:buFont typeface="Trebuchet MS"/>
              <a:buNone/>
            </a:pPr>
            <a:r>
              <a:rPr lang="en-US" sz="4300">
                <a:latin typeface="Times New Roman"/>
                <a:ea typeface="Times New Roman"/>
                <a:cs typeface="Times New Roman"/>
                <a:sym typeface="Times New Roman"/>
              </a:rPr>
              <a:t>TECHNOLOGY USED</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423"/>
                                        </p:tgtEl>
                                        <p:attrNameLst>
                                          <p:attrName>style.visibility</p:attrName>
                                        </p:attrNameLst>
                                      </p:cBhvr>
                                      <p:to>
                                        <p:strVal val="visible"/>
                                      </p:to>
                                    </p:set>
                                    <p:anim calcmode="lin" valueType="num">
                                      <p:cBhvr additive="base">
                                        <p:cTn dur="500"/>
                                        <p:tgtEl>
                                          <p:spTgt spid="423"/>
                                        </p:tgtEl>
                                        <p:attrNameLst>
                                          <p:attrName>ppt_w</p:attrName>
                                        </p:attrNameLst>
                                      </p:cBhvr>
                                      <p:tavLst>
                                        <p:tav fmla="" tm="0">
                                          <p:val>
                                            <p:strVal val="0"/>
                                          </p:val>
                                        </p:tav>
                                        <p:tav fmla="" tm="100000">
                                          <p:val>
                                            <p:strVal val="#ppt_w"/>
                                          </p:val>
                                        </p:tav>
                                      </p:tavLst>
                                    </p:anim>
                                    <p:anim calcmode="lin" valueType="num">
                                      <p:cBhvr additive="base">
                                        <p:cTn dur="500"/>
                                        <p:tgtEl>
                                          <p:spTgt spid="423"/>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2">
                                            <p:txEl>
                                              <p:pRg end="0" st="0"/>
                                            </p:txEl>
                                          </p:spTgt>
                                        </p:tgtEl>
                                        <p:attrNameLst>
                                          <p:attrName>style.visibility</p:attrName>
                                        </p:attrNameLst>
                                      </p:cBhvr>
                                      <p:to>
                                        <p:strVal val="visible"/>
                                      </p:to>
                                    </p:set>
                                    <p:animEffect filter="fade" transition="in">
                                      <p:cBhvr>
                                        <p:cTn dur="1000"/>
                                        <p:tgtEl>
                                          <p:spTgt spid="42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2">
                                            <p:txEl>
                                              <p:pRg end="1" st="1"/>
                                            </p:txEl>
                                          </p:spTgt>
                                        </p:tgtEl>
                                        <p:attrNameLst>
                                          <p:attrName>style.visibility</p:attrName>
                                        </p:attrNameLst>
                                      </p:cBhvr>
                                      <p:to>
                                        <p:strVal val="visible"/>
                                      </p:to>
                                    </p:set>
                                    <p:animEffect filter="fade" transition="in">
                                      <p:cBhvr>
                                        <p:cTn dur="1000"/>
                                        <p:tgtEl>
                                          <p:spTgt spid="42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2">
                                            <p:txEl>
                                              <p:pRg end="2" st="2"/>
                                            </p:txEl>
                                          </p:spTgt>
                                        </p:tgtEl>
                                        <p:attrNameLst>
                                          <p:attrName>style.visibility</p:attrName>
                                        </p:attrNameLst>
                                      </p:cBhvr>
                                      <p:to>
                                        <p:strVal val="visible"/>
                                      </p:to>
                                    </p:set>
                                    <p:animEffect filter="fade" transition="in">
                                      <p:cBhvr>
                                        <p:cTn dur="1000"/>
                                        <p:tgtEl>
                                          <p:spTgt spid="42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2">
                                            <p:txEl>
                                              <p:pRg end="3" st="3"/>
                                            </p:txEl>
                                          </p:spTgt>
                                        </p:tgtEl>
                                        <p:attrNameLst>
                                          <p:attrName>style.visibility</p:attrName>
                                        </p:attrNameLst>
                                      </p:cBhvr>
                                      <p:to>
                                        <p:strVal val="visible"/>
                                      </p:to>
                                    </p:set>
                                    <p:animEffect filter="fade" transition="in">
                                      <p:cBhvr>
                                        <p:cTn dur="1000"/>
                                        <p:tgtEl>
                                          <p:spTgt spid="42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2">
                                            <p:txEl>
                                              <p:pRg end="4" st="4"/>
                                            </p:txEl>
                                          </p:spTgt>
                                        </p:tgtEl>
                                        <p:attrNameLst>
                                          <p:attrName>style.visibility</p:attrName>
                                        </p:attrNameLst>
                                      </p:cBhvr>
                                      <p:to>
                                        <p:strVal val="visible"/>
                                      </p:to>
                                    </p:set>
                                    <p:animEffect filter="fade" transition="in">
                                      <p:cBhvr>
                                        <p:cTn dur="1000"/>
                                        <p:tgtEl>
                                          <p:spTgt spid="42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2">
                                            <p:txEl>
                                              <p:pRg end="5" st="5"/>
                                            </p:txEl>
                                          </p:spTgt>
                                        </p:tgtEl>
                                        <p:attrNameLst>
                                          <p:attrName>style.visibility</p:attrName>
                                        </p:attrNameLst>
                                      </p:cBhvr>
                                      <p:to>
                                        <p:strVal val="visible"/>
                                      </p:to>
                                    </p:set>
                                    <p:animEffect filter="fade" transition="in">
                                      <p:cBhvr>
                                        <p:cTn dur="1000"/>
                                        <p:tgtEl>
                                          <p:spTgt spid="42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2">
                                            <p:txEl>
                                              <p:pRg end="6" st="6"/>
                                            </p:txEl>
                                          </p:spTgt>
                                        </p:tgtEl>
                                        <p:attrNameLst>
                                          <p:attrName>style.visibility</p:attrName>
                                        </p:attrNameLst>
                                      </p:cBhvr>
                                      <p:to>
                                        <p:strVal val="visible"/>
                                      </p:to>
                                    </p:set>
                                    <p:animEffect filter="fade" transition="in">
                                      <p:cBhvr>
                                        <p:cTn dur="1000"/>
                                        <p:tgtEl>
                                          <p:spTgt spid="422">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2">
                                            <p:txEl>
                                              <p:pRg end="7" st="7"/>
                                            </p:txEl>
                                          </p:spTgt>
                                        </p:tgtEl>
                                        <p:attrNameLst>
                                          <p:attrName>style.visibility</p:attrName>
                                        </p:attrNameLst>
                                      </p:cBhvr>
                                      <p:to>
                                        <p:strVal val="visible"/>
                                      </p:to>
                                    </p:set>
                                    <p:animEffect filter="fade" transition="in">
                                      <p:cBhvr>
                                        <p:cTn dur="1000"/>
                                        <p:tgtEl>
                                          <p:spTgt spid="422">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2">
                                            <p:txEl>
                                              <p:pRg end="8" st="8"/>
                                            </p:txEl>
                                          </p:spTgt>
                                        </p:tgtEl>
                                        <p:attrNameLst>
                                          <p:attrName>style.visibility</p:attrName>
                                        </p:attrNameLst>
                                      </p:cBhvr>
                                      <p:to>
                                        <p:strVal val="visible"/>
                                      </p:to>
                                    </p:set>
                                    <p:animEffect filter="fade" transition="in">
                                      <p:cBhvr>
                                        <p:cTn dur="1000"/>
                                        <p:tgtEl>
                                          <p:spTgt spid="422">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2">
                                            <p:txEl>
                                              <p:pRg end="9" st="9"/>
                                            </p:txEl>
                                          </p:spTgt>
                                        </p:tgtEl>
                                        <p:attrNameLst>
                                          <p:attrName>style.visibility</p:attrName>
                                        </p:attrNameLst>
                                      </p:cBhvr>
                                      <p:to>
                                        <p:strVal val="visible"/>
                                      </p:to>
                                    </p:set>
                                    <p:animEffect filter="fade" transition="in">
                                      <p:cBhvr>
                                        <p:cTn dur="1000"/>
                                        <p:tgtEl>
                                          <p:spTgt spid="422">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2">
                                            <p:txEl>
                                              <p:pRg end="10" st="10"/>
                                            </p:txEl>
                                          </p:spTgt>
                                        </p:tgtEl>
                                        <p:attrNameLst>
                                          <p:attrName>style.visibility</p:attrName>
                                        </p:attrNameLst>
                                      </p:cBhvr>
                                      <p:to>
                                        <p:strVal val="visible"/>
                                      </p:to>
                                    </p:set>
                                    <p:animEffect filter="fade" transition="in">
                                      <p:cBhvr>
                                        <p:cTn dur="1000"/>
                                        <p:tgtEl>
                                          <p:spTgt spid="422">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2">
                                            <p:txEl>
                                              <p:pRg end="11" st="11"/>
                                            </p:txEl>
                                          </p:spTgt>
                                        </p:tgtEl>
                                        <p:attrNameLst>
                                          <p:attrName>style.visibility</p:attrName>
                                        </p:attrNameLst>
                                      </p:cBhvr>
                                      <p:to>
                                        <p:strVal val="visible"/>
                                      </p:to>
                                    </p:set>
                                    <p:animEffect filter="fade" transition="in">
                                      <p:cBhvr>
                                        <p:cTn dur="1000"/>
                                        <p:tgtEl>
                                          <p:spTgt spid="422">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2">
                                            <p:txEl>
                                              <p:pRg end="12" st="12"/>
                                            </p:txEl>
                                          </p:spTgt>
                                        </p:tgtEl>
                                        <p:attrNameLst>
                                          <p:attrName>style.visibility</p:attrName>
                                        </p:attrNameLst>
                                      </p:cBhvr>
                                      <p:to>
                                        <p:strVal val="visible"/>
                                      </p:to>
                                    </p:set>
                                    <p:animEffect filter="fade" transition="in">
                                      <p:cBhvr>
                                        <p:cTn dur="1000"/>
                                        <p:tgtEl>
                                          <p:spTgt spid="422">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2">
                                            <p:txEl>
                                              <p:pRg end="13" st="13"/>
                                            </p:txEl>
                                          </p:spTgt>
                                        </p:tgtEl>
                                        <p:attrNameLst>
                                          <p:attrName>style.visibility</p:attrName>
                                        </p:attrNameLst>
                                      </p:cBhvr>
                                      <p:to>
                                        <p:strVal val="visible"/>
                                      </p:to>
                                    </p:set>
                                    <p:animEffect filter="fade" transition="in">
                                      <p:cBhvr>
                                        <p:cTn dur="1000"/>
                                        <p:tgtEl>
                                          <p:spTgt spid="422">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2">
                                            <p:txEl>
                                              <p:pRg end="14" st="14"/>
                                            </p:txEl>
                                          </p:spTgt>
                                        </p:tgtEl>
                                        <p:attrNameLst>
                                          <p:attrName>style.visibility</p:attrName>
                                        </p:attrNameLst>
                                      </p:cBhvr>
                                      <p:to>
                                        <p:strVal val="visible"/>
                                      </p:to>
                                    </p:set>
                                    <p:animEffect filter="fade" transition="in">
                                      <p:cBhvr>
                                        <p:cTn dur="1000"/>
                                        <p:tgtEl>
                                          <p:spTgt spid="422">
                                            <p:txEl>
                                              <p:pRg end="14" st="1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pic>
        <p:nvPicPr>
          <p:cNvPr id="428" name="Google Shape;428;p6"/>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sp>
        <p:nvSpPr>
          <p:cNvPr id="429" name="Google Shape;429;p6"/>
          <p:cNvSpPr txBox="1"/>
          <p:nvPr>
            <p:ph type="title"/>
          </p:nvPr>
        </p:nvSpPr>
        <p:spPr>
          <a:xfrm>
            <a:off x="675953" y="370600"/>
            <a:ext cx="8460600" cy="831000"/>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chemeClr val="dk1"/>
              </a:buClr>
              <a:buSzPct val="111628"/>
              <a:buFont typeface="Trebuchet MS"/>
              <a:buNone/>
            </a:pPr>
            <a:r>
              <a:rPr lang="en-US" sz="4300">
                <a:latin typeface="Times New Roman"/>
                <a:ea typeface="Times New Roman"/>
                <a:cs typeface="Times New Roman"/>
                <a:sym typeface="Times New Roman"/>
              </a:rPr>
              <a:t>RESULTS: COUNT PLOT GRAPHS</a:t>
            </a:r>
            <a:r>
              <a:rPr lang="en-US"/>
              <a:t> </a:t>
            </a:r>
            <a:endParaRPr/>
          </a:p>
        </p:txBody>
      </p:sp>
      <p:sp>
        <p:nvSpPr>
          <p:cNvPr id="430" name="Google Shape;430;p6"/>
          <p:cNvSpPr txBox="1"/>
          <p:nvPr/>
        </p:nvSpPr>
        <p:spPr>
          <a:xfrm>
            <a:off x="320982"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b="0" i="0" sz="2000" u="none" cap="none" strike="noStrike">
              <a:solidFill>
                <a:schemeClr val="dk1"/>
              </a:solidFill>
              <a:latin typeface="Trebuchet MS"/>
              <a:ea typeface="Trebuchet MS"/>
              <a:cs typeface="Trebuchet MS"/>
              <a:sym typeface="Trebuchet MS"/>
            </a:endParaRPr>
          </a:p>
        </p:txBody>
      </p:sp>
      <p:sp>
        <p:nvSpPr>
          <p:cNvPr id="431" name="Google Shape;431;p6"/>
          <p:cNvSpPr txBox="1"/>
          <p:nvPr/>
        </p:nvSpPr>
        <p:spPr>
          <a:xfrm>
            <a:off x="4345694"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b="0" i="0" sz="2000" u="none" cap="none" strike="noStrike">
              <a:solidFill>
                <a:schemeClr val="dk1"/>
              </a:solidFill>
              <a:latin typeface="Trebuchet MS"/>
              <a:ea typeface="Trebuchet MS"/>
              <a:cs typeface="Trebuchet MS"/>
              <a:sym typeface="Trebuchet MS"/>
            </a:endParaRPr>
          </a:p>
        </p:txBody>
      </p:sp>
      <p:sp>
        <p:nvSpPr>
          <p:cNvPr id="432" name="Google Shape;432;p6"/>
          <p:cNvSpPr txBox="1"/>
          <p:nvPr/>
        </p:nvSpPr>
        <p:spPr>
          <a:xfrm>
            <a:off x="197000" y="6089550"/>
            <a:ext cx="9181500" cy="575400"/>
          </a:xfrm>
          <a:prstGeom prst="rect">
            <a:avLst/>
          </a:prstGeom>
          <a:noFill/>
          <a:ln>
            <a:noFill/>
          </a:ln>
        </p:spPr>
        <p:txBody>
          <a:bodyPr anchorCtr="0" anchor="t" bIns="45700" lIns="91425" spcFirstLastPara="1" rIns="91425" wrap="square" tIns="45700">
            <a:normAutofit fontScale="70000" lnSpcReduction="10000"/>
          </a:bodyPr>
          <a:lstStyle/>
          <a:p>
            <a:pPr indent="0" lvl="0" marL="0" marR="0" rtl="0" algn="l">
              <a:spcBef>
                <a:spcPts val="0"/>
              </a:spcBef>
              <a:spcAft>
                <a:spcPts val="0"/>
              </a:spcAft>
              <a:buClr>
                <a:schemeClr val="dk1"/>
              </a:buClr>
              <a:buSzPct val="100000"/>
              <a:buFont typeface="Trebuchet MS"/>
              <a:buNone/>
            </a:pPr>
            <a:r>
              <a:rPr b="1" i="0" lang="en-US" sz="4800" u="none" cap="none" strike="noStrike">
                <a:solidFill>
                  <a:schemeClr val="accent2"/>
                </a:solidFill>
                <a:latin typeface="Trebuchet MS"/>
                <a:ea typeface="Trebuchet MS"/>
                <a:cs typeface="Trebuchet MS"/>
                <a:sym typeface="Trebuchet MS"/>
              </a:rPr>
              <a:t> </a:t>
            </a:r>
            <a:r>
              <a:rPr lang="en-US" sz="2000" u="sng">
                <a:solidFill>
                  <a:schemeClr val="accent2"/>
                </a:solidFill>
                <a:latin typeface="Times New Roman"/>
                <a:ea typeface="Times New Roman"/>
                <a:cs typeface="Times New Roman"/>
                <a:sym typeface="Times New Roman"/>
                <a:hlinkClick r:id="rId4">
                  <a:extLst>
                    <a:ext uri="{A12FA001-AC4F-418D-AE19-62706E023703}">
                      <ahyp:hlinkClr val="tx"/>
                    </a:ext>
                  </a:extLst>
                </a:hlinkClick>
              </a:rPr>
              <a:t>https://github.com/pragyasrivastavaaa/TIRTC-PROJECT-VOIS-INTERNSHIP-Healthcare-Analytics-for-Doctor-Visits.git</a:t>
            </a:r>
            <a:r>
              <a:rPr lang="en-US" sz="2000" u="none">
                <a:solidFill>
                  <a:schemeClr val="accent2"/>
                </a:solidFill>
                <a:latin typeface="Times New Roman"/>
                <a:ea typeface="Times New Roman"/>
                <a:cs typeface="Times New Roman"/>
                <a:sym typeface="Times New Roman"/>
              </a:rPr>
              <a:t> </a:t>
            </a:r>
            <a:endParaRPr i="0" sz="4800" u="sng" cap="none" strike="noStrike">
              <a:solidFill>
                <a:schemeClr val="accent2"/>
              </a:solidFill>
              <a:latin typeface="Times New Roman"/>
              <a:ea typeface="Times New Roman"/>
              <a:cs typeface="Times New Roman"/>
              <a:sym typeface="Times New Roman"/>
            </a:endParaRPr>
          </a:p>
        </p:txBody>
      </p:sp>
      <p:pic>
        <p:nvPicPr>
          <p:cNvPr id="433" name="Google Shape;433;p6"/>
          <p:cNvPicPr preferRelativeResize="0"/>
          <p:nvPr/>
        </p:nvPicPr>
        <p:blipFill>
          <a:blip r:embed="rId5">
            <a:alphaModFix/>
          </a:blip>
          <a:stretch>
            <a:fillRect/>
          </a:stretch>
        </p:blipFill>
        <p:spPr>
          <a:xfrm>
            <a:off x="6096000" y="1109525"/>
            <a:ext cx="5608250" cy="3843300"/>
          </a:xfrm>
          <a:prstGeom prst="rect">
            <a:avLst/>
          </a:prstGeom>
          <a:noFill/>
          <a:ln>
            <a:noFill/>
          </a:ln>
        </p:spPr>
      </p:pic>
      <p:pic>
        <p:nvPicPr>
          <p:cNvPr id="434" name="Google Shape;434;p6"/>
          <p:cNvPicPr preferRelativeResize="0"/>
          <p:nvPr/>
        </p:nvPicPr>
        <p:blipFill>
          <a:blip r:embed="rId6">
            <a:alphaModFix/>
          </a:blip>
          <a:stretch>
            <a:fillRect/>
          </a:stretch>
        </p:blipFill>
        <p:spPr>
          <a:xfrm>
            <a:off x="320975" y="1075625"/>
            <a:ext cx="5498601" cy="3843301"/>
          </a:xfrm>
          <a:prstGeom prst="rect">
            <a:avLst/>
          </a:prstGeom>
          <a:noFill/>
          <a:ln>
            <a:noFill/>
          </a:ln>
        </p:spPr>
      </p:pic>
      <p:sp>
        <p:nvSpPr>
          <p:cNvPr id="435" name="Google Shape;435;p6"/>
          <p:cNvSpPr txBox="1"/>
          <p:nvPr/>
        </p:nvSpPr>
        <p:spPr>
          <a:xfrm>
            <a:off x="100050" y="4976475"/>
            <a:ext cx="11844300" cy="1437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sz="1200">
                <a:solidFill>
                  <a:srgbClr val="1F1F1F"/>
                </a:solidFill>
                <a:latin typeface="Times New Roman"/>
                <a:ea typeface="Times New Roman"/>
                <a:cs typeface="Times New Roman"/>
                <a:sym typeface="Times New Roman"/>
              </a:rPr>
              <a:t>Here is a summary description of the plots displayed in the analysis results:</a:t>
            </a:r>
            <a:endParaRPr sz="1200">
              <a:solidFill>
                <a:srgbClr val="1F1F1F"/>
              </a:solidFill>
              <a:latin typeface="Times New Roman"/>
              <a:ea typeface="Times New Roman"/>
              <a:cs typeface="Times New Roman"/>
              <a:sym typeface="Times New Roman"/>
            </a:endParaRPr>
          </a:p>
          <a:p>
            <a:pPr indent="-304800" lvl="0" marL="457200" rtl="0" algn="l">
              <a:lnSpc>
                <a:spcPct val="115000"/>
              </a:lnSpc>
              <a:spcBef>
                <a:spcPts val="0"/>
              </a:spcBef>
              <a:spcAft>
                <a:spcPts val="0"/>
              </a:spcAft>
              <a:buClr>
                <a:srgbClr val="1F1F1F"/>
              </a:buClr>
              <a:buSzPts val="1200"/>
              <a:buChar char="●"/>
            </a:pPr>
            <a:r>
              <a:rPr b="1" lang="en-US" sz="1200">
                <a:solidFill>
                  <a:srgbClr val="1F1F1F"/>
                </a:solidFill>
                <a:latin typeface="Times New Roman"/>
                <a:ea typeface="Times New Roman"/>
                <a:cs typeface="Times New Roman"/>
                <a:sym typeface="Times New Roman"/>
              </a:rPr>
              <a:t>Distribution of Doctor Visits (Left Plot):</a:t>
            </a:r>
            <a:r>
              <a:rPr lang="en-US" sz="1200">
                <a:solidFill>
                  <a:srgbClr val="1F1F1F"/>
                </a:solidFill>
                <a:latin typeface="Times New Roman"/>
                <a:ea typeface="Times New Roman"/>
                <a:cs typeface="Times New Roman"/>
                <a:sym typeface="Times New Roman"/>
              </a:rPr>
              <a:t> A count plot illustrating the frequency of doctor visits among individuals. The distribution is heavily right-skewed, showing that the vast majority of patients had $0$ visits, with rapidly decreasing counts for $1$, $2$, and higher numbers of visits.</a:t>
            </a:r>
            <a:endParaRPr sz="1200">
              <a:solidFill>
                <a:srgbClr val="1F1F1F"/>
              </a:solidFill>
              <a:latin typeface="Times New Roman"/>
              <a:ea typeface="Times New Roman"/>
              <a:cs typeface="Times New Roman"/>
              <a:sym typeface="Times New Roman"/>
            </a:endParaRPr>
          </a:p>
          <a:p>
            <a:pPr indent="-304800" lvl="0" marL="457200" rtl="0" algn="l">
              <a:lnSpc>
                <a:spcPct val="115000"/>
              </a:lnSpc>
              <a:spcBef>
                <a:spcPts val="0"/>
              </a:spcBef>
              <a:spcAft>
                <a:spcPts val="0"/>
              </a:spcAft>
              <a:buClr>
                <a:srgbClr val="1F1F1F"/>
              </a:buClr>
              <a:buSzPts val="1200"/>
              <a:buChar char="●"/>
            </a:pPr>
            <a:r>
              <a:rPr b="1" lang="en-US" sz="1200">
                <a:solidFill>
                  <a:srgbClr val="1F1F1F"/>
                </a:solidFill>
                <a:latin typeface="Times New Roman"/>
                <a:ea typeface="Times New Roman"/>
                <a:cs typeface="Times New Roman"/>
                <a:sym typeface="Times New Roman"/>
              </a:rPr>
              <a:t>Distribution of Gender (Right  Plot):</a:t>
            </a:r>
            <a:r>
              <a:rPr lang="en-US" sz="1200">
                <a:solidFill>
                  <a:srgbClr val="1F1F1F"/>
                </a:solidFill>
                <a:latin typeface="Times New Roman"/>
                <a:ea typeface="Times New Roman"/>
                <a:cs typeface="Times New Roman"/>
                <a:sym typeface="Times New Roman"/>
              </a:rPr>
              <a:t> A count plot comparing the demographic breakdown of participants by gender. It displays the count of female versus male individuals, demonstrating a relatively balanced representation in the dataset.</a:t>
            </a:r>
            <a:endParaRPr sz="1200">
              <a:solidFill>
                <a:srgbClr val="1F1F1F"/>
              </a:solidFill>
              <a:latin typeface="Times New Roman"/>
              <a:ea typeface="Times New Roman"/>
              <a:cs typeface="Times New Roman"/>
              <a:sym typeface="Times New Roman"/>
            </a:endParaRPr>
          </a:p>
          <a:p>
            <a:pPr indent="0" lvl="0" marL="0" rtl="0" algn="l">
              <a:spcBef>
                <a:spcPts val="0"/>
              </a:spcBef>
              <a:spcAft>
                <a:spcPts val="0"/>
              </a:spcAft>
              <a:buNone/>
            </a:pPr>
            <a:r>
              <a:t/>
            </a:r>
            <a:endParaRPr sz="1800">
              <a:solidFill>
                <a:srgbClr val="3F3F3F"/>
              </a:solidFill>
              <a:latin typeface="Trebuchet MS"/>
              <a:ea typeface="Trebuchet MS"/>
              <a:cs typeface="Trebuchet MS"/>
              <a:sym typeface="Trebuchet M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429"/>
                                        </p:tgtEl>
                                        <p:attrNameLst>
                                          <p:attrName>style.visibility</p:attrName>
                                        </p:attrNameLst>
                                      </p:cBhvr>
                                      <p:to>
                                        <p:strVal val="visible"/>
                                      </p:to>
                                    </p:set>
                                    <p:anim calcmode="lin" valueType="num">
                                      <p:cBhvr additive="base">
                                        <p:cTn dur="500"/>
                                        <p:tgtEl>
                                          <p:spTgt spid="429"/>
                                        </p:tgtEl>
                                        <p:attrNameLst>
                                          <p:attrName>ppt_w</p:attrName>
                                        </p:attrNameLst>
                                      </p:cBhvr>
                                      <p:tavLst>
                                        <p:tav fmla="" tm="0">
                                          <p:val>
                                            <p:strVal val="0"/>
                                          </p:val>
                                        </p:tav>
                                        <p:tav fmla="" tm="100000">
                                          <p:val>
                                            <p:strVal val="#ppt_w"/>
                                          </p:val>
                                        </p:tav>
                                      </p:tavLst>
                                    </p:anim>
                                    <p:anim calcmode="lin" valueType="num">
                                      <p:cBhvr additive="base">
                                        <p:cTn dur="500"/>
                                        <p:tgtEl>
                                          <p:spTgt spid="429"/>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0"/>
                                        </p:tgtEl>
                                        <p:attrNameLst>
                                          <p:attrName>style.visibility</p:attrName>
                                        </p:attrNameLst>
                                      </p:cBhvr>
                                      <p:to>
                                        <p:strVal val="visible"/>
                                      </p:to>
                                    </p:set>
                                    <p:animEffect filter="fade" transition="in">
                                      <p:cBhvr>
                                        <p:cTn dur="1000"/>
                                        <p:tgtEl>
                                          <p:spTgt spid="43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1"/>
                                        </p:tgtEl>
                                        <p:attrNameLst>
                                          <p:attrName>style.visibility</p:attrName>
                                        </p:attrNameLst>
                                      </p:cBhvr>
                                      <p:to>
                                        <p:strVal val="visible"/>
                                      </p:to>
                                    </p:set>
                                    <p:animEffect filter="fade" transition="in">
                                      <p:cBhvr>
                                        <p:cTn dur="1000"/>
                                        <p:tgtEl>
                                          <p:spTgt spid="43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pic>
        <p:nvPicPr>
          <p:cNvPr id="440" name="Google Shape;440;h160691dd5ea774ad_0_33"/>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sp>
        <p:nvSpPr>
          <p:cNvPr id="441" name="Google Shape;441;h160691dd5ea774ad_0_33"/>
          <p:cNvSpPr txBox="1"/>
          <p:nvPr>
            <p:ph type="title"/>
          </p:nvPr>
        </p:nvSpPr>
        <p:spPr>
          <a:xfrm>
            <a:off x="647703" y="0"/>
            <a:ext cx="8460600" cy="8310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4800"/>
              <a:buFont typeface="Trebuchet MS"/>
              <a:buNone/>
            </a:pPr>
            <a:r>
              <a:rPr lang="en-US" sz="4300">
                <a:latin typeface="Times New Roman"/>
                <a:ea typeface="Times New Roman"/>
                <a:cs typeface="Times New Roman"/>
                <a:sym typeface="Times New Roman"/>
              </a:rPr>
              <a:t>RESULTS: HISTOGRAMS </a:t>
            </a:r>
            <a:r>
              <a:rPr lang="en-US"/>
              <a:t> </a:t>
            </a:r>
            <a:endParaRPr/>
          </a:p>
        </p:txBody>
      </p:sp>
      <p:sp>
        <p:nvSpPr>
          <p:cNvPr id="442" name="Google Shape;442;h160691dd5ea774ad_0_33"/>
          <p:cNvSpPr txBox="1"/>
          <p:nvPr/>
        </p:nvSpPr>
        <p:spPr>
          <a:xfrm>
            <a:off x="4345694" y="1275371"/>
            <a:ext cx="3343500" cy="666000"/>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b="0" i="0" sz="2000" u="none" cap="none" strike="noStrike">
              <a:solidFill>
                <a:schemeClr val="dk1"/>
              </a:solidFill>
              <a:latin typeface="Trebuchet MS"/>
              <a:ea typeface="Trebuchet MS"/>
              <a:cs typeface="Trebuchet MS"/>
              <a:sym typeface="Trebuchet MS"/>
            </a:endParaRPr>
          </a:p>
        </p:txBody>
      </p:sp>
      <p:sp>
        <p:nvSpPr>
          <p:cNvPr id="443" name="Google Shape;443;h160691dd5ea774ad_0_33"/>
          <p:cNvSpPr txBox="1"/>
          <p:nvPr/>
        </p:nvSpPr>
        <p:spPr>
          <a:xfrm>
            <a:off x="197000" y="6089550"/>
            <a:ext cx="9181500" cy="575400"/>
          </a:xfrm>
          <a:prstGeom prst="rect">
            <a:avLst/>
          </a:prstGeom>
          <a:noFill/>
          <a:ln>
            <a:noFill/>
          </a:ln>
        </p:spPr>
        <p:txBody>
          <a:bodyPr anchorCtr="0" anchor="t" bIns="45700" lIns="91425" spcFirstLastPara="1" rIns="91425" wrap="square" tIns="45700">
            <a:normAutofit fontScale="70000" lnSpcReduction="10000"/>
          </a:bodyPr>
          <a:lstStyle/>
          <a:p>
            <a:pPr indent="0" lvl="0" marL="0" marR="0" rtl="0" algn="l">
              <a:spcBef>
                <a:spcPts val="0"/>
              </a:spcBef>
              <a:spcAft>
                <a:spcPts val="0"/>
              </a:spcAft>
              <a:buClr>
                <a:schemeClr val="dk1"/>
              </a:buClr>
              <a:buSzPct val="100000"/>
              <a:buFont typeface="Trebuchet MS"/>
              <a:buNone/>
            </a:pPr>
            <a:r>
              <a:rPr b="1" i="0" lang="en-US" sz="4800" u="none" cap="none" strike="noStrike">
                <a:solidFill>
                  <a:schemeClr val="accent2"/>
                </a:solidFill>
                <a:latin typeface="Trebuchet MS"/>
                <a:ea typeface="Trebuchet MS"/>
                <a:cs typeface="Trebuchet MS"/>
                <a:sym typeface="Trebuchet MS"/>
              </a:rPr>
              <a:t> </a:t>
            </a:r>
            <a:r>
              <a:rPr lang="en-US" sz="2000" u="sng">
                <a:solidFill>
                  <a:schemeClr val="accent2"/>
                </a:solidFill>
                <a:latin typeface="Times New Roman"/>
                <a:ea typeface="Times New Roman"/>
                <a:cs typeface="Times New Roman"/>
                <a:sym typeface="Times New Roman"/>
                <a:hlinkClick r:id="rId4">
                  <a:extLst>
                    <a:ext uri="{A12FA001-AC4F-418D-AE19-62706E023703}">
                      <ahyp:hlinkClr val="tx"/>
                    </a:ext>
                  </a:extLst>
                </a:hlinkClick>
              </a:rPr>
              <a:t>https://github.com/pragyasrivastavaaa/TIRTC-PROJECT-VOIS-INTERNSHIP-Healthcare-Analytics-for-Doctor-Visits.git</a:t>
            </a:r>
            <a:r>
              <a:rPr lang="en-US" sz="2000" u="none">
                <a:solidFill>
                  <a:schemeClr val="accent2"/>
                </a:solidFill>
                <a:latin typeface="Times New Roman"/>
                <a:ea typeface="Times New Roman"/>
                <a:cs typeface="Times New Roman"/>
                <a:sym typeface="Times New Roman"/>
              </a:rPr>
              <a:t> </a:t>
            </a:r>
            <a:endParaRPr i="0" sz="4800" u="sng" cap="none" strike="noStrike">
              <a:solidFill>
                <a:schemeClr val="accent2"/>
              </a:solidFill>
              <a:latin typeface="Times New Roman"/>
              <a:ea typeface="Times New Roman"/>
              <a:cs typeface="Times New Roman"/>
              <a:sym typeface="Times New Roman"/>
            </a:endParaRPr>
          </a:p>
        </p:txBody>
      </p:sp>
      <p:sp>
        <p:nvSpPr>
          <p:cNvPr id="444" name="Google Shape;444;h160691dd5ea774ad_0_33"/>
          <p:cNvSpPr txBox="1"/>
          <p:nvPr/>
        </p:nvSpPr>
        <p:spPr>
          <a:xfrm>
            <a:off x="100050" y="4976475"/>
            <a:ext cx="11844300" cy="1437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sz="1200">
                <a:solidFill>
                  <a:srgbClr val="1F1F1F"/>
                </a:solidFill>
                <a:latin typeface="Times New Roman"/>
                <a:ea typeface="Times New Roman"/>
                <a:cs typeface="Times New Roman"/>
                <a:sym typeface="Times New Roman"/>
              </a:rPr>
              <a:t>Here is a summary description of the histograms displayed in the analysis results:</a:t>
            </a:r>
            <a:endParaRPr sz="1200">
              <a:solidFill>
                <a:srgbClr val="1F1F1F"/>
              </a:solidFill>
              <a:latin typeface="Times New Roman"/>
              <a:ea typeface="Times New Roman"/>
              <a:cs typeface="Times New Roman"/>
              <a:sym typeface="Times New Roman"/>
            </a:endParaRPr>
          </a:p>
          <a:p>
            <a:pPr indent="-304800" lvl="0" marL="457200" rtl="0" algn="l">
              <a:lnSpc>
                <a:spcPct val="115000"/>
              </a:lnSpc>
              <a:spcBef>
                <a:spcPts val="0"/>
              </a:spcBef>
              <a:spcAft>
                <a:spcPts val="0"/>
              </a:spcAft>
              <a:buClr>
                <a:srgbClr val="1F1F1F"/>
              </a:buClr>
              <a:buSzPts val="1200"/>
              <a:buChar char="●"/>
            </a:pPr>
            <a:r>
              <a:rPr b="1" lang="en-US" sz="1200">
                <a:solidFill>
                  <a:srgbClr val="1F1F1F"/>
                </a:solidFill>
                <a:latin typeface="Times New Roman"/>
                <a:ea typeface="Times New Roman"/>
                <a:cs typeface="Times New Roman"/>
                <a:sym typeface="Times New Roman"/>
              </a:rPr>
              <a:t>Distribution of Age (Top Left):</a:t>
            </a:r>
            <a:r>
              <a:rPr lang="en-US" sz="1200">
                <a:solidFill>
                  <a:srgbClr val="1F1F1F"/>
                </a:solidFill>
                <a:latin typeface="Times New Roman"/>
                <a:ea typeface="Times New Roman"/>
                <a:cs typeface="Times New Roman"/>
                <a:sym typeface="Times New Roman"/>
              </a:rPr>
              <a:t> A histogram displaying the frequency and spread of patient ages within the dataset.</a:t>
            </a:r>
            <a:endParaRPr sz="1200">
              <a:solidFill>
                <a:srgbClr val="1F1F1F"/>
              </a:solidFill>
              <a:latin typeface="Times New Roman"/>
              <a:ea typeface="Times New Roman"/>
              <a:cs typeface="Times New Roman"/>
              <a:sym typeface="Times New Roman"/>
            </a:endParaRPr>
          </a:p>
          <a:p>
            <a:pPr indent="-304800" lvl="0" marL="457200" rtl="0" algn="l">
              <a:lnSpc>
                <a:spcPct val="115000"/>
              </a:lnSpc>
              <a:spcBef>
                <a:spcPts val="0"/>
              </a:spcBef>
              <a:spcAft>
                <a:spcPts val="0"/>
              </a:spcAft>
              <a:buClr>
                <a:srgbClr val="1F1F1F"/>
              </a:buClr>
              <a:buSzPts val="1200"/>
              <a:buChar char="●"/>
            </a:pPr>
            <a:r>
              <a:rPr b="1" lang="en-US" sz="1200">
                <a:solidFill>
                  <a:srgbClr val="1F1F1F"/>
                </a:solidFill>
                <a:latin typeface="Times New Roman"/>
                <a:ea typeface="Times New Roman"/>
                <a:cs typeface="Times New Roman"/>
                <a:sym typeface="Times New Roman"/>
              </a:rPr>
              <a:t>Distribution of Doctor Visits (Bottom Left):</a:t>
            </a:r>
            <a:r>
              <a:rPr lang="en-US" sz="1200">
                <a:solidFill>
                  <a:srgbClr val="1F1F1F"/>
                </a:solidFill>
                <a:latin typeface="Times New Roman"/>
                <a:ea typeface="Times New Roman"/>
                <a:cs typeface="Times New Roman"/>
                <a:sym typeface="Times New Roman"/>
              </a:rPr>
              <a:t> A histogram illustrating the frequency of doctor visits per individual, showing a heavily right-skewed distribution where the vast majority of patients recorded zero or one visit.</a:t>
            </a:r>
            <a:endParaRPr sz="1200">
              <a:solidFill>
                <a:srgbClr val="1F1F1F"/>
              </a:solidFill>
              <a:latin typeface="Times New Roman"/>
              <a:ea typeface="Times New Roman"/>
              <a:cs typeface="Times New Roman"/>
              <a:sym typeface="Times New Roman"/>
            </a:endParaRPr>
          </a:p>
          <a:p>
            <a:pPr indent="-304800" lvl="0" marL="457200" rtl="0" algn="l">
              <a:lnSpc>
                <a:spcPct val="115000"/>
              </a:lnSpc>
              <a:spcBef>
                <a:spcPts val="0"/>
              </a:spcBef>
              <a:spcAft>
                <a:spcPts val="0"/>
              </a:spcAft>
              <a:buClr>
                <a:srgbClr val="1F1F1F"/>
              </a:buClr>
              <a:buSzPts val="1200"/>
              <a:buChar char="●"/>
            </a:pPr>
            <a:r>
              <a:rPr b="1" lang="en-US" sz="1200">
                <a:solidFill>
                  <a:srgbClr val="1F1F1F"/>
                </a:solidFill>
                <a:latin typeface="Times New Roman"/>
                <a:ea typeface="Times New Roman"/>
                <a:cs typeface="Times New Roman"/>
                <a:sym typeface="Times New Roman"/>
              </a:rPr>
              <a:t>Distribution of Income (Right):</a:t>
            </a:r>
            <a:r>
              <a:rPr lang="en-US" sz="1200">
                <a:solidFill>
                  <a:srgbClr val="1F1F1F"/>
                </a:solidFill>
                <a:latin typeface="Times New Roman"/>
                <a:ea typeface="Times New Roman"/>
                <a:cs typeface="Times New Roman"/>
                <a:sym typeface="Times New Roman"/>
              </a:rPr>
              <a:t> A histogram overlaid with a Kernel Density Estimate (KDE) curve representing the frequency distribution of patient income levels.</a:t>
            </a:r>
            <a:endParaRPr sz="1200">
              <a:solidFill>
                <a:srgbClr val="1F1F1F"/>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sz="1100">
              <a:solidFill>
                <a:srgbClr val="1F1F1F"/>
              </a:solidFill>
              <a:latin typeface="Times New Roman"/>
              <a:ea typeface="Times New Roman"/>
              <a:cs typeface="Times New Roman"/>
              <a:sym typeface="Times New Roman"/>
            </a:endParaRPr>
          </a:p>
          <a:p>
            <a:pPr indent="0" lvl="0" marL="0" rtl="0" algn="l">
              <a:spcBef>
                <a:spcPts val="0"/>
              </a:spcBef>
              <a:spcAft>
                <a:spcPts val="0"/>
              </a:spcAft>
              <a:buNone/>
            </a:pPr>
            <a:r>
              <a:t/>
            </a:r>
            <a:endParaRPr sz="1800">
              <a:solidFill>
                <a:srgbClr val="3F3F3F"/>
              </a:solidFill>
              <a:latin typeface="Trebuchet MS"/>
              <a:ea typeface="Trebuchet MS"/>
              <a:cs typeface="Trebuchet MS"/>
              <a:sym typeface="Trebuchet MS"/>
            </a:endParaRPr>
          </a:p>
        </p:txBody>
      </p:sp>
      <p:pic>
        <p:nvPicPr>
          <p:cNvPr id="445" name="Google Shape;445;h160691dd5ea774ad_0_33"/>
          <p:cNvPicPr preferRelativeResize="0"/>
          <p:nvPr/>
        </p:nvPicPr>
        <p:blipFill>
          <a:blip r:embed="rId5">
            <a:alphaModFix/>
          </a:blip>
          <a:stretch>
            <a:fillRect/>
          </a:stretch>
        </p:blipFill>
        <p:spPr>
          <a:xfrm>
            <a:off x="358075" y="758250"/>
            <a:ext cx="5879425" cy="4072999"/>
          </a:xfrm>
          <a:prstGeom prst="rect">
            <a:avLst/>
          </a:prstGeom>
          <a:noFill/>
          <a:ln>
            <a:noFill/>
          </a:ln>
        </p:spPr>
      </p:pic>
      <p:pic>
        <p:nvPicPr>
          <p:cNvPr id="446" name="Google Shape;446;h160691dd5ea774ad_0_33"/>
          <p:cNvPicPr preferRelativeResize="0"/>
          <p:nvPr/>
        </p:nvPicPr>
        <p:blipFill>
          <a:blip r:embed="rId6">
            <a:alphaModFix/>
          </a:blip>
          <a:stretch>
            <a:fillRect/>
          </a:stretch>
        </p:blipFill>
        <p:spPr>
          <a:xfrm>
            <a:off x="6312575" y="758250"/>
            <a:ext cx="5879426" cy="407299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441"/>
                                        </p:tgtEl>
                                        <p:attrNameLst>
                                          <p:attrName>style.visibility</p:attrName>
                                        </p:attrNameLst>
                                      </p:cBhvr>
                                      <p:to>
                                        <p:strVal val="visible"/>
                                      </p:to>
                                    </p:set>
                                    <p:anim calcmode="lin" valueType="num">
                                      <p:cBhvr additive="base">
                                        <p:cTn dur="500"/>
                                        <p:tgtEl>
                                          <p:spTgt spid="441"/>
                                        </p:tgtEl>
                                        <p:attrNameLst>
                                          <p:attrName>ppt_w</p:attrName>
                                        </p:attrNameLst>
                                      </p:cBhvr>
                                      <p:tavLst>
                                        <p:tav fmla="" tm="0">
                                          <p:val>
                                            <p:strVal val="0"/>
                                          </p:val>
                                        </p:tav>
                                        <p:tav fmla="" tm="100000">
                                          <p:val>
                                            <p:strVal val="#ppt_w"/>
                                          </p:val>
                                        </p:tav>
                                      </p:tavLst>
                                    </p:anim>
                                    <p:anim calcmode="lin" valueType="num">
                                      <p:cBhvr additive="base">
                                        <p:cTn dur="500"/>
                                        <p:tgtEl>
                                          <p:spTgt spid="441"/>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2"/>
                                        </p:tgtEl>
                                        <p:attrNameLst>
                                          <p:attrName>style.visibility</p:attrName>
                                        </p:attrNameLst>
                                      </p:cBhvr>
                                      <p:to>
                                        <p:strVal val="visible"/>
                                      </p:to>
                                    </p:set>
                                    <p:animEffect filter="fade" transition="in">
                                      <p:cBhvr>
                                        <p:cTn dur="1000"/>
                                        <p:tgtEl>
                                          <p:spTgt spid="44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pic>
        <p:nvPicPr>
          <p:cNvPr id="451" name="Google Shape;451;h160691dd5ea774ad_0_48"/>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sp>
        <p:nvSpPr>
          <p:cNvPr id="452" name="Google Shape;452;h160691dd5ea774ad_0_48"/>
          <p:cNvSpPr txBox="1"/>
          <p:nvPr>
            <p:ph type="title"/>
          </p:nvPr>
        </p:nvSpPr>
        <p:spPr>
          <a:xfrm>
            <a:off x="647703" y="0"/>
            <a:ext cx="8460600" cy="8310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4800"/>
              <a:buFont typeface="Trebuchet MS"/>
              <a:buNone/>
            </a:pPr>
            <a:r>
              <a:rPr lang="en-US" sz="4300">
                <a:latin typeface="Times New Roman"/>
                <a:ea typeface="Times New Roman"/>
                <a:cs typeface="Times New Roman"/>
                <a:sym typeface="Times New Roman"/>
              </a:rPr>
              <a:t>RESULTS: BAR PLOTS</a:t>
            </a:r>
            <a:r>
              <a:rPr lang="en-US"/>
              <a:t> </a:t>
            </a:r>
            <a:endParaRPr/>
          </a:p>
        </p:txBody>
      </p:sp>
      <p:sp>
        <p:nvSpPr>
          <p:cNvPr id="453" name="Google Shape;453;h160691dd5ea774ad_0_48"/>
          <p:cNvSpPr txBox="1"/>
          <p:nvPr/>
        </p:nvSpPr>
        <p:spPr>
          <a:xfrm>
            <a:off x="4345694" y="1275371"/>
            <a:ext cx="3343500" cy="666000"/>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b="0" i="0" sz="2000" u="none" cap="none" strike="noStrike">
              <a:solidFill>
                <a:schemeClr val="dk1"/>
              </a:solidFill>
              <a:latin typeface="Trebuchet MS"/>
              <a:ea typeface="Trebuchet MS"/>
              <a:cs typeface="Trebuchet MS"/>
              <a:sym typeface="Trebuchet MS"/>
            </a:endParaRPr>
          </a:p>
        </p:txBody>
      </p:sp>
      <p:sp>
        <p:nvSpPr>
          <p:cNvPr id="454" name="Google Shape;454;h160691dd5ea774ad_0_48"/>
          <p:cNvSpPr txBox="1"/>
          <p:nvPr/>
        </p:nvSpPr>
        <p:spPr>
          <a:xfrm>
            <a:off x="197000" y="6089550"/>
            <a:ext cx="9181500" cy="575400"/>
          </a:xfrm>
          <a:prstGeom prst="rect">
            <a:avLst/>
          </a:prstGeom>
          <a:noFill/>
          <a:ln>
            <a:noFill/>
          </a:ln>
        </p:spPr>
        <p:txBody>
          <a:bodyPr anchorCtr="0" anchor="t" bIns="45700" lIns="91425" spcFirstLastPara="1" rIns="91425" wrap="square" tIns="45700">
            <a:normAutofit fontScale="70000" lnSpcReduction="10000"/>
          </a:bodyPr>
          <a:lstStyle/>
          <a:p>
            <a:pPr indent="0" lvl="0" marL="0" marR="0" rtl="0" algn="l">
              <a:spcBef>
                <a:spcPts val="0"/>
              </a:spcBef>
              <a:spcAft>
                <a:spcPts val="0"/>
              </a:spcAft>
              <a:buClr>
                <a:schemeClr val="dk1"/>
              </a:buClr>
              <a:buSzPct val="100000"/>
              <a:buFont typeface="Trebuchet MS"/>
              <a:buNone/>
            </a:pPr>
            <a:r>
              <a:rPr b="1" i="0" lang="en-US" sz="4800" u="none" cap="none" strike="noStrike">
                <a:solidFill>
                  <a:schemeClr val="accent2"/>
                </a:solidFill>
                <a:latin typeface="Trebuchet MS"/>
                <a:ea typeface="Trebuchet MS"/>
                <a:cs typeface="Trebuchet MS"/>
                <a:sym typeface="Trebuchet MS"/>
              </a:rPr>
              <a:t> </a:t>
            </a:r>
            <a:r>
              <a:rPr lang="en-US" sz="2000" u="sng">
                <a:solidFill>
                  <a:schemeClr val="accent2"/>
                </a:solidFill>
                <a:latin typeface="Times New Roman"/>
                <a:ea typeface="Times New Roman"/>
                <a:cs typeface="Times New Roman"/>
                <a:sym typeface="Times New Roman"/>
                <a:hlinkClick r:id="rId4">
                  <a:extLst>
                    <a:ext uri="{A12FA001-AC4F-418D-AE19-62706E023703}">
                      <ahyp:hlinkClr val="tx"/>
                    </a:ext>
                  </a:extLst>
                </a:hlinkClick>
              </a:rPr>
              <a:t>https://github.com/pragyasrivastavaaa/TIRTC-PROJECT-VOIS-INTERNSHIP-Healthcare-Analytics-for-Doctor-Visits.git</a:t>
            </a:r>
            <a:r>
              <a:rPr lang="en-US" sz="2000" u="none">
                <a:solidFill>
                  <a:schemeClr val="accent2"/>
                </a:solidFill>
                <a:latin typeface="Times New Roman"/>
                <a:ea typeface="Times New Roman"/>
                <a:cs typeface="Times New Roman"/>
                <a:sym typeface="Times New Roman"/>
              </a:rPr>
              <a:t> </a:t>
            </a:r>
            <a:endParaRPr i="0" sz="4800" u="sng" cap="none" strike="noStrike">
              <a:solidFill>
                <a:schemeClr val="accent2"/>
              </a:solidFill>
              <a:latin typeface="Times New Roman"/>
              <a:ea typeface="Times New Roman"/>
              <a:cs typeface="Times New Roman"/>
              <a:sym typeface="Times New Roman"/>
            </a:endParaRPr>
          </a:p>
        </p:txBody>
      </p:sp>
      <p:sp>
        <p:nvSpPr>
          <p:cNvPr id="455" name="Google Shape;455;h160691dd5ea774ad_0_48"/>
          <p:cNvSpPr txBox="1"/>
          <p:nvPr/>
        </p:nvSpPr>
        <p:spPr>
          <a:xfrm>
            <a:off x="100050" y="4976475"/>
            <a:ext cx="11844300" cy="1437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sz="1200">
                <a:solidFill>
                  <a:srgbClr val="1F1F1F"/>
                </a:solidFill>
                <a:latin typeface="Times New Roman"/>
                <a:ea typeface="Times New Roman"/>
                <a:cs typeface="Times New Roman"/>
                <a:sym typeface="Times New Roman"/>
              </a:rPr>
              <a:t>Here is a summary description of the bar plots displayed in the analysis results:</a:t>
            </a:r>
            <a:endParaRPr sz="1200">
              <a:solidFill>
                <a:srgbClr val="1F1F1F"/>
              </a:solidFill>
              <a:latin typeface="Times New Roman"/>
              <a:ea typeface="Times New Roman"/>
              <a:cs typeface="Times New Roman"/>
              <a:sym typeface="Times New Roman"/>
            </a:endParaRPr>
          </a:p>
          <a:p>
            <a:pPr indent="-304800" lvl="0" marL="457200" rtl="0" algn="l">
              <a:lnSpc>
                <a:spcPct val="115000"/>
              </a:lnSpc>
              <a:spcBef>
                <a:spcPts val="0"/>
              </a:spcBef>
              <a:spcAft>
                <a:spcPts val="0"/>
              </a:spcAft>
              <a:buClr>
                <a:srgbClr val="1F1F1F"/>
              </a:buClr>
              <a:buSzPts val="1200"/>
              <a:buChar char="●"/>
            </a:pPr>
            <a:r>
              <a:rPr b="1" lang="en-US" sz="1200">
                <a:solidFill>
                  <a:srgbClr val="1F1F1F"/>
                </a:solidFill>
                <a:latin typeface="Times New Roman"/>
                <a:ea typeface="Times New Roman"/>
                <a:cs typeface="Times New Roman"/>
                <a:sym typeface="Times New Roman"/>
              </a:rPr>
              <a:t>Average Doctor Visits by Gender (Left Plot):</a:t>
            </a:r>
            <a:r>
              <a:rPr lang="en-US" sz="1200">
                <a:solidFill>
                  <a:srgbClr val="1F1F1F"/>
                </a:solidFill>
                <a:latin typeface="Times New Roman"/>
                <a:ea typeface="Times New Roman"/>
                <a:cs typeface="Times New Roman"/>
                <a:sym typeface="Times New Roman"/>
              </a:rPr>
              <a:t> A bar chart comparing the mean number of recorded doctor visits between female and male patients. It shows that female participants have a higher average number of visits compared to male participants.</a:t>
            </a:r>
            <a:endParaRPr sz="1200">
              <a:solidFill>
                <a:srgbClr val="1F1F1F"/>
              </a:solidFill>
              <a:latin typeface="Times New Roman"/>
              <a:ea typeface="Times New Roman"/>
              <a:cs typeface="Times New Roman"/>
              <a:sym typeface="Times New Roman"/>
            </a:endParaRPr>
          </a:p>
          <a:p>
            <a:pPr indent="-304800" lvl="0" marL="457200" rtl="0" algn="l">
              <a:lnSpc>
                <a:spcPct val="115000"/>
              </a:lnSpc>
              <a:spcBef>
                <a:spcPts val="0"/>
              </a:spcBef>
              <a:spcAft>
                <a:spcPts val="0"/>
              </a:spcAft>
              <a:buClr>
                <a:srgbClr val="1F1F1F"/>
              </a:buClr>
              <a:buSzPts val="1200"/>
              <a:buChar char="●"/>
            </a:pPr>
            <a:r>
              <a:rPr b="1" lang="en-US" sz="1200">
                <a:solidFill>
                  <a:srgbClr val="1F1F1F"/>
                </a:solidFill>
                <a:latin typeface="Times New Roman"/>
                <a:ea typeface="Times New Roman"/>
                <a:cs typeface="Times New Roman"/>
                <a:sym typeface="Times New Roman"/>
              </a:rPr>
              <a:t>Average Doctor Visits by Non-Chronic Condition Count (Right Plot):</a:t>
            </a:r>
            <a:r>
              <a:rPr lang="en-US" sz="1200">
                <a:solidFill>
                  <a:srgbClr val="1F1F1F"/>
                </a:solidFill>
                <a:latin typeface="Times New Roman"/>
                <a:ea typeface="Times New Roman"/>
                <a:cs typeface="Times New Roman"/>
                <a:sym typeface="Times New Roman"/>
              </a:rPr>
              <a:t> A bar chart illustrating the relationship between the presence of non-chronic condition</a:t>
            </a:r>
            <a:r>
              <a:rPr lang="en-US" sz="1200">
                <a:solidFill>
                  <a:schemeClr val="dk1"/>
                </a:solidFill>
                <a:latin typeface="Times New Roman"/>
                <a:ea typeface="Times New Roman"/>
                <a:cs typeface="Times New Roman"/>
                <a:sym typeface="Times New Roman"/>
              </a:rPr>
              <a:t>s (nchronic)</a:t>
            </a:r>
            <a:r>
              <a:rPr lang="en-US" sz="1200">
                <a:solidFill>
                  <a:srgbClr val="1F1F1F"/>
                </a:solidFill>
                <a:latin typeface="Times New Roman"/>
                <a:ea typeface="Times New Roman"/>
                <a:cs typeface="Times New Roman"/>
                <a:sym typeface="Times New Roman"/>
              </a:rPr>
              <a:t> and the average number of doctor visits, indicating higher utilization for those with reported conditions.</a:t>
            </a:r>
            <a:endParaRPr sz="1200">
              <a:solidFill>
                <a:srgbClr val="1F1F1F"/>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sz="1200">
              <a:solidFill>
                <a:srgbClr val="1F1F1F"/>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sz="1100">
              <a:solidFill>
                <a:srgbClr val="1F1F1F"/>
              </a:solidFill>
              <a:latin typeface="Times New Roman"/>
              <a:ea typeface="Times New Roman"/>
              <a:cs typeface="Times New Roman"/>
              <a:sym typeface="Times New Roman"/>
            </a:endParaRPr>
          </a:p>
          <a:p>
            <a:pPr indent="0" lvl="0" marL="0" rtl="0" algn="l">
              <a:spcBef>
                <a:spcPts val="0"/>
              </a:spcBef>
              <a:spcAft>
                <a:spcPts val="0"/>
              </a:spcAft>
              <a:buNone/>
            </a:pPr>
            <a:r>
              <a:t/>
            </a:r>
            <a:endParaRPr sz="1800">
              <a:solidFill>
                <a:srgbClr val="3F3F3F"/>
              </a:solidFill>
              <a:latin typeface="Trebuchet MS"/>
              <a:ea typeface="Trebuchet MS"/>
              <a:cs typeface="Trebuchet MS"/>
              <a:sym typeface="Trebuchet MS"/>
            </a:endParaRPr>
          </a:p>
        </p:txBody>
      </p:sp>
      <p:pic>
        <p:nvPicPr>
          <p:cNvPr id="456" name="Google Shape;456;h160691dd5ea774ad_0_48"/>
          <p:cNvPicPr preferRelativeResize="0"/>
          <p:nvPr/>
        </p:nvPicPr>
        <p:blipFill>
          <a:blip r:embed="rId5">
            <a:alphaModFix/>
          </a:blip>
          <a:stretch>
            <a:fillRect/>
          </a:stretch>
        </p:blipFill>
        <p:spPr>
          <a:xfrm>
            <a:off x="471175" y="701025"/>
            <a:ext cx="4534350" cy="4184750"/>
          </a:xfrm>
          <a:prstGeom prst="rect">
            <a:avLst/>
          </a:prstGeom>
          <a:noFill/>
          <a:ln>
            <a:noFill/>
          </a:ln>
        </p:spPr>
      </p:pic>
      <p:pic>
        <p:nvPicPr>
          <p:cNvPr id="457" name="Google Shape;457;h160691dd5ea774ad_0_48"/>
          <p:cNvPicPr preferRelativeResize="0"/>
          <p:nvPr/>
        </p:nvPicPr>
        <p:blipFill>
          <a:blip r:embed="rId6">
            <a:alphaModFix/>
          </a:blip>
          <a:stretch>
            <a:fillRect/>
          </a:stretch>
        </p:blipFill>
        <p:spPr>
          <a:xfrm>
            <a:off x="5360525" y="800100"/>
            <a:ext cx="6183775" cy="40856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452"/>
                                        </p:tgtEl>
                                        <p:attrNameLst>
                                          <p:attrName>style.visibility</p:attrName>
                                        </p:attrNameLst>
                                      </p:cBhvr>
                                      <p:to>
                                        <p:strVal val="visible"/>
                                      </p:to>
                                    </p:set>
                                    <p:anim calcmode="lin" valueType="num">
                                      <p:cBhvr additive="base">
                                        <p:cTn dur="500"/>
                                        <p:tgtEl>
                                          <p:spTgt spid="452"/>
                                        </p:tgtEl>
                                        <p:attrNameLst>
                                          <p:attrName>ppt_w</p:attrName>
                                        </p:attrNameLst>
                                      </p:cBhvr>
                                      <p:tavLst>
                                        <p:tav fmla="" tm="0">
                                          <p:val>
                                            <p:strVal val="0"/>
                                          </p:val>
                                        </p:tav>
                                        <p:tav fmla="" tm="100000">
                                          <p:val>
                                            <p:strVal val="#ppt_w"/>
                                          </p:val>
                                        </p:tav>
                                      </p:tavLst>
                                    </p:anim>
                                    <p:anim calcmode="lin" valueType="num">
                                      <p:cBhvr additive="base">
                                        <p:cTn dur="500"/>
                                        <p:tgtEl>
                                          <p:spTgt spid="452"/>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3"/>
                                        </p:tgtEl>
                                        <p:attrNameLst>
                                          <p:attrName>style.visibility</p:attrName>
                                        </p:attrNameLst>
                                      </p:cBhvr>
                                      <p:to>
                                        <p:strVal val="visible"/>
                                      </p:to>
                                    </p:set>
                                    <p:animEffect filter="fade" transition="in">
                                      <p:cBhvr>
                                        <p:cTn dur="1000"/>
                                        <p:tgtEl>
                                          <p:spTgt spid="45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pic>
        <p:nvPicPr>
          <p:cNvPr id="462" name="Google Shape;462;h160691dd5ea774ad_0_61"/>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sp>
        <p:nvSpPr>
          <p:cNvPr id="463" name="Google Shape;463;h160691dd5ea774ad_0_61"/>
          <p:cNvSpPr txBox="1"/>
          <p:nvPr>
            <p:ph type="title"/>
          </p:nvPr>
        </p:nvSpPr>
        <p:spPr>
          <a:xfrm>
            <a:off x="647699" y="0"/>
            <a:ext cx="10086300" cy="831000"/>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chemeClr val="dk1"/>
              </a:buClr>
              <a:buSzPct val="111628"/>
              <a:buFont typeface="Trebuchet MS"/>
              <a:buNone/>
            </a:pPr>
            <a:r>
              <a:rPr lang="en-US" sz="4300">
                <a:latin typeface="Times New Roman"/>
                <a:ea typeface="Times New Roman"/>
                <a:cs typeface="Times New Roman"/>
                <a:sym typeface="Times New Roman"/>
              </a:rPr>
              <a:t>RESULTS: LINE PLOT &amp; </a:t>
            </a:r>
            <a:r>
              <a:rPr lang="en-US" sz="4300">
                <a:latin typeface="Times New Roman"/>
                <a:ea typeface="Times New Roman"/>
                <a:cs typeface="Times New Roman"/>
                <a:sym typeface="Times New Roman"/>
              </a:rPr>
              <a:t>VIOLIN PLOT</a:t>
            </a:r>
            <a:r>
              <a:rPr lang="en-US"/>
              <a:t> </a:t>
            </a:r>
            <a:endParaRPr/>
          </a:p>
        </p:txBody>
      </p:sp>
      <p:sp>
        <p:nvSpPr>
          <p:cNvPr id="464" name="Google Shape;464;h160691dd5ea774ad_0_61"/>
          <p:cNvSpPr txBox="1"/>
          <p:nvPr/>
        </p:nvSpPr>
        <p:spPr>
          <a:xfrm>
            <a:off x="4345694" y="1275371"/>
            <a:ext cx="3343500" cy="666000"/>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b="0" i="0" sz="2000" u="none" cap="none" strike="noStrike">
              <a:solidFill>
                <a:schemeClr val="dk1"/>
              </a:solidFill>
              <a:latin typeface="Trebuchet MS"/>
              <a:ea typeface="Trebuchet MS"/>
              <a:cs typeface="Trebuchet MS"/>
              <a:sym typeface="Trebuchet MS"/>
            </a:endParaRPr>
          </a:p>
        </p:txBody>
      </p:sp>
      <p:sp>
        <p:nvSpPr>
          <p:cNvPr id="465" name="Google Shape;465;h160691dd5ea774ad_0_61"/>
          <p:cNvSpPr txBox="1"/>
          <p:nvPr/>
        </p:nvSpPr>
        <p:spPr>
          <a:xfrm>
            <a:off x="197000" y="6089550"/>
            <a:ext cx="9181500" cy="575400"/>
          </a:xfrm>
          <a:prstGeom prst="rect">
            <a:avLst/>
          </a:prstGeom>
          <a:noFill/>
          <a:ln>
            <a:noFill/>
          </a:ln>
        </p:spPr>
        <p:txBody>
          <a:bodyPr anchorCtr="0" anchor="t" bIns="45700" lIns="91425" spcFirstLastPara="1" rIns="91425" wrap="square" tIns="45700">
            <a:normAutofit fontScale="70000" lnSpcReduction="10000"/>
          </a:bodyPr>
          <a:lstStyle/>
          <a:p>
            <a:pPr indent="0" lvl="0" marL="0" marR="0" rtl="0" algn="l">
              <a:spcBef>
                <a:spcPts val="0"/>
              </a:spcBef>
              <a:spcAft>
                <a:spcPts val="0"/>
              </a:spcAft>
              <a:buClr>
                <a:schemeClr val="dk1"/>
              </a:buClr>
              <a:buSzPct val="100000"/>
              <a:buFont typeface="Trebuchet MS"/>
              <a:buNone/>
            </a:pPr>
            <a:r>
              <a:rPr b="1" i="0" lang="en-US" sz="4800" u="none" cap="none" strike="noStrike">
                <a:solidFill>
                  <a:schemeClr val="accent2"/>
                </a:solidFill>
                <a:latin typeface="Trebuchet MS"/>
                <a:ea typeface="Trebuchet MS"/>
                <a:cs typeface="Trebuchet MS"/>
                <a:sym typeface="Trebuchet MS"/>
              </a:rPr>
              <a:t> </a:t>
            </a:r>
            <a:r>
              <a:rPr lang="en-US" sz="2000" u="sng">
                <a:solidFill>
                  <a:schemeClr val="accent2"/>
                </a:solidFill>
                <a:latin typeface="Times New Roman"/>
                <a:ea typeface="Times New Roman"/>
                <a:cs typeface="Times New Roman"/>
                <a:sym typeface="Times New Roman"/>
                <a:hlinkClick r:id="rId4">
                  <a:extLst>
                    <a:ext uri="{A12FA001-AC4F-418D-AE19-62706E023703}">
                      <ahyp:hlinkClr val="tx"/>
                    </a:ext>
                  </a:extLst>
                </a:hlinkClick>
              </a:rPr>
              <a:t>https://github.com/pragyasrivastavaaa/TIRTC-PROJECT-VOIS-INTERNSHIP-Healthcare-Analytics-for-Doctor-Visits.git</a:t>
            </a:r>
            <a:r>
              <a:rPr lang="en-US" sz="2000" u="none">
                <a:solidFill>
                  <a:schemeClr val="accent2"/>
                </a:solidFill>
                <a:latin typeface="Times New Roman"/>
                <a:ea typeface="Times New Roman"/>
                <a:cs typeface="Times New Roman"/>
                <a:sym typeface="Times New Roman"/>
              </a:rPr>
              <a:t> </a:t>
            </a:r>
            <a:endParaRPr i="0" sz="4800" u="sng" cap="none" strike="noStrike">
              <a:solidFill>
                <a:schemeClr val="accent2"/>
              </a:solidFill>
              <a:latin typeface="Times New Roman"/>
              <a:ea typeface="Times New Roman"/>
              <a:cs typeface="Times New Roman"/>
              <a:sym typeface="Times New Roman"/>
            </a:endParaRPr>
          </a:p>
        </p:txBody>
      </p:sp>
      <p:sp>
        <p:nvSpPr>
          <p:cNvPr id="466" name="Google Shape;466;h160691dd5ea774ad_0_61"/>
          <p:cNvSpPr txBox="1"/>
          <p:nvPr/>
        </p:nvSpPr>
        <p:spPr>
          <a:xfrm>
            <a:off x="100050" y="4976475"/>
            <a:ext cx="11844300" cy="1437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sz="1200">
                <a:solidFill>
                  <a:srgbClr val="1F1F1F"/>
                </a:solidFill>
                <a:latin typeface="Times New Roman"/>
                <a:ea typeface="Times New Roman"/>
                <a:cs typeface="Times New Roman"/>
                <a:sym typeface="Times New Roman"/>
              </a:rPr>
              <a:t>Here is a summary description of the plots displayed in the analysis results:</a:t>
            </a:r>
            <a:endParaRPr sz="1200">
              <a:solidFill>
                <a:srgbClr val="1F1F1F"/>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t/>
            </a:r>
            <a:endParaRPr sz="1200">
              <a:solidFill>
                <a:srgbClr val="1F1F1F"/>
              </a:solidFill>
              <a:latin typeface="Times New Roman"/>
              <a:ea typeface="Times New Roman"/>
              <a:cs typeface="Times New Roman"/>
              <a:sym typeface="Times New Roman"/>
            </a:endParaRPr>
          </a:p>
          <a:p>
            <a:pPr indent="-304800" lvl="0" marL="457200" rtl="0" algn="l">
              <a:lnSpc>
                <a:spcPct val="115000"/>
              </a:lnSpc>
              <a:spcBef>
                <a:spcPts val="0"/>
              </a:spcBef>
              <a:spcAft>
                <a:spcPts val="0"/>
              </a:spcAft>
              <a:buClr>
                <a:srgbClr val="1F1F1F"/>
              </a:buClr>
              <a:buSzPts val="1200"/>
              <a:buChar char="●"/>
            </a:pPr>
            <a:r>
              <a:rPr b="1" lang="en-US" sz="1200">
                <a:solidFill>
                  <a:srgbClr val="1F1F1F"/>
                </a:solidFill>
                <a:latin typeface="Times New Roman"/>
                <a:ea typeface="Times New Roman"/>
                <a:cs typeface="Times New Roman"/>
                <a:sym typeface="Times New Roman"/>
              </a:rPr>
              <a:t>Illness Score vs. Average Doctor Visits (Left Plot):</a:t>
            </a:r>
            <a:r>
              <a:rPr lang="en-US" sz="1200">
                <a:solidFill>
                  <a:srgbClr val="1F1F1F"/>
                </a:solidFill>
                <a:latin typeface="Times New Roman"/>
                <a:ea typeface="Times New Roman"/>
                <a:cs typeface="Times New Roman"/>
                <a:sym typeface="Times New Roman"/>
              </a:rPr>
              <a:t> A line plot illustrating the relationship between a patient's illness score and their mean recorded doctor visits, showing a clear upward trend as illness scores increase.</a:t>
            </a:r>
            <a:endParaRPr sz="1200">
              <a:solidFill>
                <a:srgbClr val="1F1F1F"/>
              </a:solidFill>
              <a:latin typeface="Times New Roman"/>
              <a:ea typeface="Times New Roman"/>
              <a:cs typeface="Times New Roman"/>
              <a:sym typeface="Times New Roman"/>
            </a:endParaRPr>
          </a:p>
          <a:p>
            <a:pPr indent="-304800" lvl="0" marL="457200" rtl="0" algn="l">
              <a:lnSpc>
                <a:spcPct val="115000"/>
              </a:lnSpc>
              <a:spcBef>
                <a:spcPts val="0"/>
              </a:spcBef>
              <a:spcAft>
                <a:spcPts val="0"/>
              </a:spcAft>
              <a:buClr>
                <a:srgbClr val="1F1F1F"/>
              </a:buClr>
              <a:buSzPts val="1200"/>
              <a:buChar char="●"/>
            </a:pPr>
            <a:r>
              <a:rPr b="1" lang="en-US" sz="1200">
                <a:solidFill>
                  <a:srgbClr val="1F1F1F"/>
                </a:solidFill>
                <a:latin typeface="Times New Roman"/>
                <a:ea typeface="Times New Roman"/>
                <a:cs typeface="Times New Roman"/>
                <a:sym typeface="Times New Roman"/>
              </a:rPr>
              <a:t>Age Distribution Across Number of Visits (Right Plot):</a:t>
            </a:r>
            <a:r>
              <a:rPr lang="en-US" sz="1200">
                <a:solidFill>
                  <a:srgbClr val="1F1F1F"/>
                </a:solidFill>
                <a:latin typeface="Times New Roman"/>
                <a:ea typeface="Times New Roman"/>
                <a:cs typeface="Times New Roman"/>
                <a:sym typeface="Times New Roman"/>
              </a:rPr>
              <a:t> A violin plot displaying the distribution and data spread of patient ages across different numbers of doctor visits.</a:t>
            </a:r>
            <a:endParaRPr sz="1200">
              <a:solidFill>
                <a:srgbClr val="1F1F1F"/>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sz="1200">
              <a:solidFill>
                <a:srgbClr val="1F1F1F"/>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sz="1200">
              <a:solidFill>
                <a:srgbClr val="1F1F1F"/>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sz="1100">
              <a:solidFill>
                <a:srgbClr val="1F1F1F"/>
              </a:solidFill>
              <a:latin typeface="Times New Roman"/>
              <a:ea typeface="Times New Roman"/>
              <a:cs typeface="Times New Roman"/>
              <a:sym typeface="Times New Roman"/>
            </a:endParaRPr>
          </a:p>
          <a:p>
            <a:pPr indent="0" lvl="0" marL="0" rtl="0" algn="l">
              <a:spcBef>
                <a:spcPts val="0"/>
              </a:spcBef>
              <a:spcAft>
                <a:spcPts val="0"/>
              </a:spcAft>
              <a:buNone/>
            </a:pPr>
            <a:r>
              <a:t/>
            </a:r>
            <a:endParaRPr sz="1800">
              <a:solidFill>
                <a:srgbClr val="3F3F3F"/>
              </a:solidFill>
              <a:latin typeface="Trebuchet MS"/>
              <a:ea typeface="Trebuchet MS"/>
              <a:cs typeface="Trebuchet MS"/>
              <a:sym typeface="Trebuchet MS"/>
            </a:endParaRPr>
          </a:p>
        </p:txBody>
      </p:sp>
      <p:pic>
        <p:nvPicPr>
          <p:cNvPr id="467" name="Google Shape;467;h160691dd5ea774ad_0_61"/>
          <p:cNvPicPr preferRelativeResize="0"/>
          <p:nvPr/>
        </p:nvPicPr>
        <p:blipFill>
          <a:blip r:embed="rId5">
            <a:alphaModFix/>
          </a:blip>
          <a:stretch>
            <a:fillRect/>
          </a:stretch>
        </p:blipFill>
        <p:spPr>
          <a:xfrm>
            <a:off x="455050" y="831000"/>
            <a:ext cx="5233501" cy="4087926"/>
          </a:xfrm>
          <a:prstGeom prst="rect">
            <a:avLst/>
          </a:prstGeom>
          <a:noFill/>
          <a:ln>
            <a:noFill/>
          </a:ln>
        </p:spPr>
      </p:pic>
      <p:pic>
        <p:nvPicPr>
          <p:cNvPr id="468" name="Google Shape;468;h160691dd5ea774ad_0_61"/>
          <p:cNvPicPr preferRelativeResize="0"/>
          <p:nvPr/>
        </p:nvPicPr>
        <p:blipFill>
          <a:blip r:embed="rId6">
            <a:alphaModFix/>
          </a:blip>
          <a:stretch>
            <a:fillRect/>
          </a:stretch>
        </p:blipFill>
        <p:spPr>
          <a:xfrm>
            <a:off x="5840950" y="831000"/>
            <a:ext cx="5845075" cy="40879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463"/>
                                        </p:tgtEl>
                                        <p:attrNameLst>
                                          <p:attrName>style.visibility</p:attrName>
                                        </p:attrNameLst>
                                      </p:cBhvr>
                                      <p:to>
                                        <p:strVal val="visible"/>
                                      </p:to>
                                    </p:set>
                                    <p:anim calcmode="lin" valueType="num">
                                      <p:cBhvr additive="base">
                                        <p:cTn dur="500"/>
                                        <p:tgtEl>
                                          <p:spTgt spid="463"/>
                                        </p:tgtEl>
                                        <p:attrNameLst>
                                          <p:attrName>ppt_w</p:attrName>
                                        </p:attrNameLst>
                                      </p:cBhvr>
                                      <p:tavLst>
                                        <p:tav fmla="" tm="0">
                                          <p:val>
                                            <p:strVal val="0"/>
                                          </p:val>
                                        </p:tav>
                                        <p:tav fmla="" tm="100000">
                                          <p:val>
                                            <p:strVal val="#ppt_w"/>
                                          </p:val>
                                        </p:tav>
                                      </p:tavLst>
                                    </p:anim>
                                    <p:anim calcmode="lin" valueType="num">
                                      <p:cBhvr additive="base">
                                        <p:cTn dur="500"/>
                                        <p:tgtEl>
                                          <p:spTgt spid="463"/>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4"/>
                                        </p:tgtEl>
                                        <p:attrNameLst>
                                          <p:attrName>style.visibility</p:attrName>
                                        </p:attrNameLst>
                                      </p:cBhvr>
                                      <p:to>
                                        <p:strVal val="visible"/>
                                      </p:to>
                                    </p:set>
                                    <p:animEffect filter="fade" transition="in">
                                      <p:cBhvr>
                                        <p:cTn dur="1000"/>
                                        <p:tgtEl>
                                          <p:spTgt spid="46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pic>
        <p:nvPicPr>
          <p:cNvPr id="473" name="Google Shape;473;h160691dd5ea774ad_0_74"/>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sp>
        <p:nvSpPr>
          <p:cNvPr id="474" name="Google Shape;474;h160691dd5ea774ad_0_74"/>
          <p:cNvSpPr txBox="1"/>
          <p:nvPr>
            <p:ph type="title"/>
          </p:nvPr>
        </p:nvSpPr>
        <p:spPr>
          <a:xfrm>
            <a:off x="647699" y="0"/>
            <a:ext cx="10086300" cy="8310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4800"/>
              <a:buFont typeface="Trebuchet MS"/>
              <a:buNone/>
            </a:pPr>
            <a:r>
              <a:rPr lang="en-US" sz="4300">
                <a:latin typeface="Times New Roman"/>
                <a:ea typeface="Times New Roman"/>
                <a:cs typeface="Times New Roman"/>
                <a:sym typeface="Times New Roman"/>
              </a:rPr>
              <a:t>RESULTS: BOX PLOT GRAPH</a:t>
            </a:r>
            <a:endParaRPr/>
          </a:p>
        </p:txBody>
      </p:sp>
      <p:sp>
        <p:nvSpPr>
          <p:cNvPr id="475" name="Google Shape;475;h160691dd5ea774ad_0_74"/>
          <p:cNvSpPr txBox="1"/>
          <p:nvPr/>
        </p:nvSpPr>
        <p:spPr>
          <a:xfrm>
            <a:off x="4345694" y="1275371"/>
            <a:ext cx="3343500" cy="666000"/>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b="0" i="0" sz="2000" u="none" cap="none" strike="noStrike">
              <a:solidFill>
                <a:schemeClr val="dk1"/>
              </a:solidFill>
              <a:latin typeface="Trebuchet MS"/>
              <a:ea typeface="Trebuchet MS"/>
              <a:cs typeface="Trebuchet MS"/>
              <a:sym typeface="Trebuchet MS"/>
            </a:endParaRPr>
          </a:p>
        </p:txBody>
      </p:sp>
      <p:sp>
        <p:nvSpPr>
          <p:cNvPr id="476" name="Google Shape;476;h160691dd5ea774ad_0_74"/>
          <p:cNvSpPr txBox="1"/>
          <p:nvPr/>
        </p:nvSpPr>
        <p:spPr>
          <a:xfrm>
            <a:off x="197000" y="6089550"/>
            <a:ext cx="9181500" cy="575400"/>
          </a:xfrm>
          <a:prstGeom prst="rect">
            <a:avLst/>
          </a:prstGeom>
          <a:noFill/>
          <a:ln>
            <a:noFill/>
          </a:ln>
        </p:spPr>
        <p:txBody>
          <a:bodyPr anchorCtr="0" anchor="t" bIns="45700" lIns="91425" spcFirstLastPara="1" rIns="91425" wrap="square" tIns="45700">
            <a:normAutofit fontScale="70000" lnSpcReduction="10000"/>
          </a:bodyPr>
          <a:lstStyle/>
          <a:p>
            <a:pPr indent="0" lvl="0" marL="0" marR="0" rtl="0" algn="l">
              <a:spcBef>
                <a:spcPts val="0"/>
              </a:spcBef>
              <a:spcAft>
                <a:spcPts val="0"/>
              </a:spcAft>
              <a:buClr>
                <a:schemeClr val="dk1"/>
              </a:buClr>
              <a:buSzPct val="100000"/>
              <a:buFont typeface="Trebuchet MS"/>
              <a:buNone/>
            </a:pPr>
            <a:r>
              <a:rPr b="1" i="0" lang="en-US" sz="4800" u="none" cap="none" strike="noStrike">
                <a:solidFill>
                  <a:schemeClr val="accent2"/>
                </a:solidFill>
                <a:latin typeface="Trebuchet MS"/>
                <a:ea typeface="Trebuchet MS"/>
                <a:cs typeface="Trebuchet MS"/>
                <a:sym typeface="Trebuchet MS"/>
              </a:rPr>
              <a:t> </a:t>
            </a:r>
            <a:r>
              <a:rPr lang="en-US" sz="2000" u="sng">
                <a:solidFill>
                  <a:schemeClr val="accent2"/>
                </a:solidFill>
                <a:latin typeface="Times New Roman"/>
                <a:ea typeface="Times New Roman"/>
                <a:cs typeface="Times New Roman"/>
                <a:sym typeface="Times New Roman"/>
                <a:hlinkClick r:id="rId4">
                  <a:extLst>
                    <a:ext uri="{A12FA001-AC4F-418D-AE19-62706E023703}">
                      <ahyp:hlinkClr val="tx"/>
                    </a:ext>
                  </a:extLst>
                </a:hlinkClick>
              </a:rPr>
              <a:t>https://github.com/pragyasrivastavaaa/TIRTC-PROJECT-VOIS-INTERNSHIP-Healthcare-Analytics-for-Doctor-Visits.git</a:t>
            </a:r>
            <a:r>
              <a:rPr lang="en-US" sz="2000" u="none">
                <a:solidFill>
                  <a:schemeClr val="accent2"/>
                </a:solidFill>
                <a:latin typeface="Times New Roman"/>
                <a:ea typeface="Times New Roman"/>
                <a:cs typeface="Times New Roman"/>
                <a:sym typeface="Times New Roman"/>
              </a:rPr>
              <a:t> </a:t>
            </a:r>
            <a:endParaRPr i="0" sz="4800" u="sng" cap="none" strike="noStrike">
              <a:solidFill>
                <a:schemeClr val="accent2"/>
              </a:solidFill>
              <a:latin typeface="Times New Roman"/>
              <a:ea typeface="Times New Roman"/>
              <a:cs typeface="Times New Roman"/>
              <a:sym typeface="Times New Roman"/>
            </a:endParaRPr>
          </a:p>
        </p:txBody>
      </p:sp>
      <p:sp>
        <p:nvSpPr>
          <p:cNvPr id="477" name="Google Shape;477;h160691dd5ea774ad_0_74"/>
          <p:cNvSpPr txBox="1"/>
          <p:nvPr/>
        </p:nvSpPr>
        <p:spPr>
          <a:xfrm>
            <a:off x="100050" y="4976475"/>
            <a:ext cx="11844300" cy="1437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sz="1200">
                <a:solidFill>
                  <a:srgbClr val="3F3F3F"/>
                </a:solidFill>
                <a:latin typeface="Times New Roman"/>
                <a:ea typeface="Times New Roman"/>
                <a:cs typeface="Times New Roman"/>
                <a:sym typeface="Times New Roman"/>
              </a:rPr>
              <a:t>Here is a summary description of the box plot graphs displayed in the analysis results:</a:t>
            </a:r>
            <a:endParaRPr sz="1200">
              <a:solidFill>
                <a:srgbClr val="3F3F3F"/>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t/>
            </a:r>
            <a:endParaRPr sz="1200">
              <a:solidFill>
                <a:srgbClr val="3F3F3F"/>
              </a:solidFill>
              <a:latin typeface="Times New Roman"/>
              <a:ea typeface="Times New Roman"/>
              <a:cs typeface="Times New Roman"/>
              <a:sym typeface="Times New Roman"/>
            </a:endParaRPr>
          </a:p>
          <a:p>
            <a:pPr indent="-304800" lvl="0" marL="457200" rtl="0" algn="l">
              <a:lnSpc>
                <a:spcPct val="115000"/>
              </a:lnSpc>
              <a:spcBef>
                <a:spcPts val="0"/>
              </a:spcBef>
              <a:spcAft>
                <a:spcPts val="0"/>
              </a:spcAft>
              <a:buClr>
                <a:srgbClr val="3F3F3F"/>
              </a:buClr>
              <a:buSzPts val="1200"/>
              <a:buChar char="●"/>
            </a:pPr>
            <a:r>
              <a:rPr b="1" lang="en-US" sz="1200">
                <a:solidFill>
                  <a:srgbClr val="3F3F3F"/>
                </a:solidFill>
                <a:latin typeface="Times New Roman"/>
                <a:ea typeface="Times New Roman"/>
                <a:cs typeface="Times New Roman"/>
                <a:sym typeface="Times New Roman"/>
              </a:rPr>
              <a:t>Income Distribution by Private Health Insurance Status (Left Plot):</a:t>
            </a:r>
            <a:r>
              <a:rPr lang="en-US" sz="1200">
                <a:solidFill>
                  <a:srgbClr val="3F3F3F"/>
                </a:solidFill>
                <a:latin typeface="Times New Roman"/>
                <a:ea typeface="Times New Roman"/>
                <a:cs typeface="Times New Roman"/>
                <a:sym typeface="Times New Roman"/>
              </a:rPr>
              <a:t> A box plot comparing the income levels of patients grouped by whether they hold private health insurance (</a:t>
            </a:r>
            <a:r>
              <a:rPr lang="en-US" sz="1200">
                <a:solidFill>
                  <a:srgbClr val="3F3F3F"/>
                </a:solidFill>
                <a:highlight>
                  <a:srgbClr val="F2F0F0"/>
                </a:highlight>
                <a:latin typeface="Times New Roman"/>
                <a:ea typeface="Times New Roman"/>
                <a:cs typeface="Times New Roman"/>
                <a:sym typeface="Times New Roman"/>
              </a:rPr>
              <a:t>yes</a:t>
            </a:r>
            <a:r>
              <a:rPr lang="en-US" sz="1200">
                <a:solidFill>
                  <a:srgbClr val="3F3F3F"/>
                </a:solidFill>
                <a:latin typeface="Times New Roman"/>
                <a:ea typeface="Times New Roman"/>
                <a:cs typeface="Times New Roman"/>
                <a:sym typeface="Times New Roman"/>
              </a:rPr>
              <a:t> vs. </a:t>
            </a:r>
            <a:r>
              <a:rPr lang="en-US" sz="1200">
                <a:solidFill>
                  <a:srgbClr val="3F3F3F"/>
                </a:solidFill>
                <a:highlight>
                  <a:srgbClr val="F2F0F0"/>
                </a:highlight>
                <a:latin typeface="Times New Roman"/>
                <a:ea typeface="Times New Roman"/>
                <a:cs typeface="Times New Roman"/>
                <a:sym typeface="Times New Roman"/>
              </a:rPr>
              <a:t>no</a:t>
            </a:r>
            <a:r>
              <a:rPr lang="en-US" sz="1200">
                <a:solidFill>
                  <a:srgbClr val="3F3F3F"/>
                </a:solidFill>
                <a:latin typeface="Times New Roman"/>
                <a:ea typeface="Times New Roman"/>
                <a:cs typeface="Times New Roman"/>
                <a:sym typeface="Times New Roman"/>
              </a:rPr>
              <a:t>), highlighting differences in median income and spread between the two groups.</a:t>
            </a:r>
            <a:endParaRPr sz="1200">
              <a:solidFill>
                <a:srgbClr val="3F3F3F"/>
              </a:solidFill>
              <a:latin typeface="Times New Roman"/>
              <a:ea typeface="Times New Roman"/>
              <a:cs typeface="Times New Roman"/>
              <a:sym typeface="Times New Roman"/>
            </a:endParaRPr>
          </a:p>
          <a:p>
            <a:pPr indent="-304800" lvl="0" marL="457200" rtl="0" algn="l">
              <a:lnSpc>
                <a:spcPct val="115000"/>
              </a:lnSpc>
              <a:spcBef>
                <a:spcPts val="0"/>
              </a:spcBef>
              <a:spcAft>
                <a:spcPts val="0"/>
              </a:spcAft>
              <a:buClr>
                <a:srgbClr val="3F3F3F"/>
              </a:buClr>
              <a:buSzPts val="1200"/>
              <a:buChar char="●"/>
            </a:pPr>
            <a:r>
              <a:rPr b="1" lang="en-US" sz="1200">
                <a:solidFill>
                  <a:srgbClr val="3F3F3F"/>
                </a:solidFill>
                <a:latin typeface="Times New Roman"/>
                <a:ea typeface="Times New Roman"/>
                <a:cs typeface="Times New Roman"/>
                <a:sym typeface="Times New Roman"/>
              </a:rPr>
              <a:t>Income Spread &amp; Individual Patient Distribution Across Illness Scores (Right Plot):</a:t>
            </a:r>
            <a:r>
              <a:rPr lang="en-US" sz="1200">
                <a:solidFill>
                  <a:srgbClr val="3F3F3F"/>
                </a:solidFill>
                <a:latin typeface="Times New Roman"/>
                <a:ea typeface="Times New Roman"/>
                <a:cs typeface="Times New Roman"/>
                <a:sym typeface="Times New Roman"/>
              </a:rPr>
              <a:t> A combined box and strip plot displaying the spread of patient incomes across different illness scores, further categorized by gender.</a:t>
            </a:r>
            <a:endParaRPr sz="1200">
              <a:solidFill>
                <a:srgbClr val="3F3F3F"/>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sz="1200">
              <a:solidFill>
                <a:srgbClr val="1F1F1F"/>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sz="1200">
              <a:solidFill>
                <a:srgbClr val="1F1F1F"/>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sz="1100">
              <a:solidFill>
                <a:srgbClr val="1F1F1F"/>
              </a:solidFill>
              <a:latin typeface="Times New Roman"/>
              <a:ea typeface="Times New Roman"/>
              <a:cs typeface="Times New Roman"/>
              <a:sym typeface="Times New Roman"/>
            </a:endParaRPr>
          </a:p>
          <a:p>
            <a:pPr indent="0" lvl="0" marL="0" rtl="0" algn="l">
              <a:spcBef>
                <a:spcPts val="0"/>
              </a:spcBef>
              <a:spcAft>
                <a:spcPts val="0"/>
              </a:spcAft>
              <a:buNone/>
            </a:pPr>
            <a:r>
              <a:t/>
            </a:r>
            <a:endParaRPr sz="1800">
              <a:solidFill>
                <a:srgbClr val="3F3F3F"/>
              </a:solidFill>
              <a:latin typeface="Trebuchet MS"/>
              <a:ea typeface="Trebuchet MS"/>
              <a:cs typeface="Trebuchet MS"/>
              <a:sym typeface="Trebuchet MS"/>
            </a:endParaRPr>
          </a:p>
        </p:txBody>
      </p:sp>
      <p:pic>
        <p:nvPicPr>
          <p:cNvPr id="478" name="Google Shape;478;h160691dd5ea774ad_0_74"/>
          <p:cNvPicPr preferRelativeResize="0"/>
          <p:nvPr/>
        </p:nvPicPr>
        <p:blipFill>
          <a:blip r:embed="rId5">
            <a:alphaModFix/>
          </a:blip>
          <a:stretch>
            <a:fillRect/>
          </a:stretch>
        </p:blipFill>
        <p:spPr>
          <a:xfrm>
            <a:off x="152400" y="831000"/>
            <a:ext cx="5011325" cy="3993076"/>
          </a:xfrm>
          <a:prstGeom prst="rect">
            <a:avLst/>
          </a:prstGeom>
          <a:noFill/>
          <a:ln>
            <a:noFill/>
          </a:ln>
        </p:spPr>
      </p:pic>
      <p:pic>
        <p:nvPicPr>
          <p:cNvPr id="479" name="Google Shape;479;h160691dd5ea774ad_0_74"/>
          <p:cNvPicPr preferRelativeResize="0"/>
          <p:nvPr/>
        </p:nvPicPr>
        <p:blipFill>
          <a:blip r:embed="rId6">
            <a:alphaModFix/>
          </a:blip>
          <a:stretch>
            <a:fillRect/>
          </a:stretch>
        </p:blipFill>
        <p:spPr>
          <a:xfrm>
            <a:off x="5360525" y="831000"/>
            <a:ext cx="6679074" cy="39930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474"/>
                                        </p:tgtEl>
                                        <p:attrNameLst>
                                          <p:attrName>style.visibility</p:attrName>
                                        </p:attrNameLst>
                                      </p:cBhvr>
                                      <p:to>
                                        <p:strVal val="visible"/>
                                      </p:to>
                                    </p:set>
                                    <p:anim calcmode="lin" valueType="num">
                                      <p:cBhvr additive="base">
                                        <p:cTn dur="500"/>
                                        <p:tgtEl>
                                          <p:spTgt spid="474"/>
                                        </p:tgtEl>
                                        <p:attrNameLst>
                                          <p:attrName>ppt_w</p:attrName>
                                        </p:attrNameLst>
                                      </p:cBhvr>
                                      <p:tavLst>
                                        <p:tav fmla="" tm="0">
                                          <p:val>
                                            <p:strVal val="0"/>
                                          </p:val>
                                        </p:tav>
                                        <p:tav fmla="" tm="100000">
                                          <p:val>
                                            <p:strVal val="#ppt_w"/>
                                          </p:val>
                                        </p:tav>
                                      </p:tavLst>
                                    </p:anim>
                                    <p:anim calcmode="lin" valueType="num">
                                      <p:cBhvr additive="base">
                                        <p:cTn dur="500"/>
                                        <p:tgtEl>
                                          <p:spTgt spid="474"/>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5"/>
                                        </p:tgtEl>
                                        <p:attrNameLst>
                                          <p:attrName>style.visibility</p:attrName>
                                        </p:attrNameLst>
                                      </p:cBhvr>
                                      <p:to>
                                        <p:strVal val="visible"/>
                                      </p:to>
                                    </p:set>
                                    <p:animEffect filter="fade" transition="in">
                                      <p:cBhvr>
                                        <p:cTn dur="1000"/>
                                        <p:tgtEl>
                                          <p:spTgt spid="47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pic>
        <p:nvPicPr>
          <p:cNvPr id="484" name="Google Shape;484;h160691dd5ea774ad_0_87"/>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sp>
        <p:nvSpPr>
          <p:cNvPr id="485" name="Google Shape;485;h160691dd5ea774ad_0_87"/>
          <p:cNvSpPr txBox="1"/>
          <p:nvPr>
            <p:ph type="title"/>
          </p:nvPr>
        </p:nvSpPr>
        <p:spPr>
          <a:xfrm>
            <a:off x="0" y="0"/>
            <a:ext cx="12331500" cy="8310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4320"/>
              <a:buFont typeface="Trebuchet MS"/>
              <a:buNone/>
            </a:pPr>
            <a:r>
              <a:rPr lang="en-US" sz="3770">
                <a:latin typeface="Times New Roman"/>
                <a:ea typeface="Times New Roman"/>
                <a:cs typeface="Times New Roman"/>
                <a:sym typeface="Times New Roman"/>
              </a:rPr>
              <a:t>RESULTS: CAT PLOT AND PAIR PLOT GRAPHS</a:t>
            </a:r>
            <a:endParaRPr sz="4220"/>
          </a:p>
        </p:txBody>
      </p:sp>
      <p:sp>
        <p:nvSpPr>
          <p:cNvPr id="486" name="Google Shape;486;h160691dd5ea774ad_0_87"/>
          <p:cNvSpPr txBox="1"/>
          <p:nvPr/>
        </p:nvSpPr>
        <p:spPr>
          <a:xfrm>
            <a:off x="4345694" y="1275371"/>
            <a:ext cx="3343500" cy="666000"/>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b="0" i="0" sz="2000" u="none" cap="none" strike="noStrike">
              <a:solidFill>
                <a:schemeClr val="dk1"/>
              </a:solidFill>
              <a:latin typeface="Trebuchet MS"/>
              <a:ea typeface="Trebuchet MS"/>
              <a:cs typeface="Trebuchet MS"/>
              <a:sym typeface="Trebuchet MS"/>
            </a:endParaRPr>
          </a:p>
        </p:txBody>
      </p:sp>
      <p:sp>
        <p:nvSpPr>
          <p:cNvPr id="487" name="Google Shape;487;h160691dd5ea774ad_0_87"/>
          <p:cNvSpPr txBox="1"/>
          <p:nvPr/>
        </p:nvSpPr>
        <p:spPr>
          <a:xfrm>
            <a:off x="197000" y="6089550"/>
            <a:ext cx="9181500" cy="575400"/>
          </a:xfrm>
          <a:prstGeom prst="rect">
            <a:avLst/>
          </a:prstGeom>
          <a:noFill/>
          <a:ln>
            <a:noFill/>
          </a:ln>
        </p:spPr>
        <p:txBody>
          <a:bodyPr anchorCtr="0" anchor="t" bIns="45700" lIns="91425" spcFirstLastPara="1" rIns="91425" wrap="square" tIns="45700">
            <a:normAutofit fontScale="70000" lnSpcReduction="10000"/>
          </a:bodyPr>
          <a:lstStyle/>
          <a:p>
            <a:pPr indent="0" lvl="0" marL="0" marR="0" rtl="0" algn="l">
              <a:spcBef>
                <a:spcPts val="0"/>
              </a:spcBef>
              <a:spcAft>
                <a:spcPts val="0"/>
              </a:spcAft>
              <a:buClr>
                <a:schemeClr val="dk1"/>
              </a:buClr>
              <a:buSzPct val="100000"/>
              <a:buFont typeface="Trebuchet MS"/>
              <a:buNone/>
            </a:pPr>
            <a:r>
              <a:rPr b="1" i="0" lang="en-US" sz="4800" u="none" cap="none" strike="noStrike">
                <a:solidFill>
                  <a:schemeClr val="accent2"/>
                </a:solidFill>
                <a:latin typeface="Trebuchet MS"/>
                <a:ea typeface="Trebuchet MS"/>
                <a:cs typeface="Trebuchet MS"/>
                <a:sym typeface="Trebuchet MS"/>
              </a:rPr>
              <a:t> </a:t>
            </a:r>
            <a:r>
              <a:rPr lang="en-US" sz="2000" u="sng">
                <a:solidFill>
                  <a:schemeClr val="accent2"/>
                </a:solidFill>
                <a:latin typeface="Times New Roman"/>
                <a:ea typeface="Times New Roman"/>
                <a:cs typeface="Times New Roman"/>
                <a:sym typeface="Times New Roman"/>
                <a:hlinkClick r:id="rId4">
                  <a:extLst>
                    <a:ext uri="{A12FA001-AC4F-418D-AE19-62706E023703}">
                      <ahyp:hlinkClr val="tx"/>
                    </a:ext>
                  </a:extLst>
                </a:hlinkClick>
              </a:rPr>
              <a:t>https://github.com/pragyasrivastavaaa/TIRTC-PROJECT-VOIS-INTERNSHIP-Healthcare-Analytics-for-Doctor-Visits.git</a:t>
            </a:r>
            <a:r>
              <a:rPr lang="en-US" sz="2000" u="none">
                <a:solidFill>
                  <a:schemeClr val="accent2"/>
                </a:solidFill>
                <a:latin typeface="Times New Roman"/>
                <a:ea typeface="Times New Roman"/>
                <a:cs typeface="Times New Roman"/>
                <a:sym typeface="Times New Roman"/>
              </a:rPr>
              <a:t> </a:t>
            </a:r>
            <a:endParaRPr i="0" sz="4800" u="sng" cap="none" strike="noStrike">
              <a:solidFill>
                <a:schemeClr val="accent2"/>
              </a:solidFill>
              <a:latin typeface="Times New Roman"/>
              <a:ea typeface="Times New Roman"/>
              <a:cs typeface="Times New Roman"/>
              <a:sym typeface="Times New Roman"/>
            </a:endParaRPr>
          </a:p>
        </p:txBody>
      </p:sp>
      <p:sp>
        <p:nvSpPr>
          <p:cNvPr id="488" name="Google Shape;488;h160691dd5ea774ad_0_87"/>
          <p:cNvSpPr txBox="1"/>
          <p:nvPr/>
        </p:nvSpPr>
        <p:spPr>
          <a:xfrm>
            <a:off x="95300" y="4771200"/>
            <a:ext cx="11844300" cy="1437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sz="1200">
                <a:solidFill>
                  <a:srgbClr val="1F1F1F"/>
                </a:solidFill>
                <a:latin typeface="Times New Roman"/>
                <a:ea typeface="Times New Roman"/>
                <a:cs typeface="Times New Roman"/>
                <a:sym typeface="Times New Roman"/>
              </a:rPr>
              <a:t>Here is a summary description of the cat plot and pair plot graphs displayed in the analysis results:</a:t>
            </a:r>
            <a:endParaRPr sz="1200">
              <a:solidFill>
                <a:srgbClr val="1F1F1F"/>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t/>
            </a:r>
            <a:endParaRPr sz="1200">
              <a:solidFill>
                <a:srgbClr val="1F1F1F"/>
              </a:solidFill>
              <a:latin typeface="Times New Roman"/>
              <a:ea typeface="Times New Roman"/>
              <a:cs typeface="Times New Roman"/>
              <a:sym typeface="Times New Roman"/>
            </a:endParaRPr>
          </a:p>
          <a:p>
            <a:pPr indent="-304800" lvl="0" marL="457200" rtl="0" algn="l">
              <a:lnSpc>
                <a:spcPct val="115000"/>
              </a:lnSpc>
              <a:spcBef>
                <a:spcPts val="0"/>
              </a:spcBef>
              <a:spcAft>
                <a:spcPts val="0"/>
              </a:spcAft>
              <a:buClr>
                <a:srgbClr val="1F1F1F"/>
              </a:buClr>
              <a:buSzPts val="1200"/>
              <a:buChar char="●"/>
            </a:pPr>
            <a:r>
              <a:rPr b="1" lang="en-US" sz="1200">
                <a:solidFill>
                  <a:srgbClr val="1F1F1F"/>
                </a:solidFill>
                <a:latin typeface="Times New Roman"/>
                <a:ea typeface="Times New Roman"/>
                <a:cs typeface="Times New Roman"/>
                <a:sym typeface="Times New Roman"/>
              </a:rPr>
              <a:t>Doctor Visits by Gender and Insurance, Faceted by Illness Score (Left Plot):</a:t>
            </a:r>
            <a:r>
              <a:rPr lang="en-US" sz="1200">
                <a:solidFill>
                  <a:srgbClr val="1F1F1F"/>
                </a:solidFill>
                <a:latin typeface="Times New Roman"/>
                <a:ea typeface="Times New Roman"/>
                <a:cs typeface="Times New Roman"/>
                <a:sym typeface="Times New Roman"/>
              </a:rPr>
              <a:t> A categorical plot (catplot) displaying box plots and data distributions of doctor visits by gender and private insurance status, broken down (faceted) across different illness score levels from $0$ to $5$.</a:t>
            </a:r>
            <a:endParaRPr sz="1200">
              <a:solidFill>
                <a:srgbClr val="1F1F1F"/>
              </a:solidFill>
              <a:latin typeface="Times New Roman"/>
              <a:ea typeface="Times New Roman"/>
              <a:cs typeface="Times New Roman"/>
              <a:sym typeface="Times New Roman"/>
            </a:endParaRPr>
          </a:p>
          <a:p>
            <a:pPr indent="-304800" lvl="0" marL="457200" rtl="0" algn="l">
              <a:lnSpc>
                <a:spcPct val="115000"/>
              </a:lnSpc>
              <a:spcBef>
                <a:spcPts val="0"/>
              </a:spcBef>
              <a:spcAft>
                <a:spcPts val="0"/>
              </a:spcAft>
              <a:buClr>
                <a:srgbClr val="1F1F1F"/>
              </a:buClr>
              <a:buSzPts val="1200"/>
              <a:buChar char="●"/>
            </a:pPr>
            <a:r>
              <a:rPr b="1" lang="en-US" sz="1200">
                <a:solidFill>
                  <a:srgbClr val="1F1F1F"/>
                </a:solidFill>
                <a:latin typeface="Times New Roman"/>
                <a:ea typeface="Times New Roman"/>
                <a:cs typeface="Times New Roman"/>
                <a:sym typeface="Times New Roman"/>
              </a:rPr>
              <a:t>Multivariate Pairplot with Regression Trends by Gender (Right Plot):</a:t>
            </a:r>
            <a:r>
              <a:rPr lang="en-US" sz="1200">
                <a:solidFill>
                  <a:srgbClr val="1F1F1F"/>
                </a:solidFill>
                <a:latin typeface="Times New Roman"/>
                <a:ea typeface="Times New Roman"/>
                <a:cs typeface="Times New Roman"/>
                <a:sym typeface="Times New Roman"/>
              </a:rPr>
              <a:t> A pair plot matrix illustrating pairwise relationships, KDE distributions, and regression trends among key numerical features (such as age, income, illness, and visits), categorized by gender.</a:t>
            </a:r>
            <a:endParaRPr sz="1200">
              <a:solidFill>
                <a:srgbClr val="1F1F1F"/>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sz="1200">
              <a:solidFill>
                <a:srgbClr val="1F1F1F"/>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sz="1200">
              <a:solidFill>
                <a:srgbClr val="1F1F1F"/>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sz="1100">
              <a:solidFill>
                <a:srgbClr val="1F1F1F"/>
              </a:solidFill>
              <a:latin typeface="Times New Roman"/>
              <a:ea typeface="Times New Roman"/>
              <a:cs typeface="Times New Roman"/>
              <a:sym typeface="Times New Roman"/>
            </a:endParaRPr>
          </a:p>
          <a:p>
            <a:pPr indent="0" lvl="0" marL="0" rtl="0" algn="l">
              <a:spcBef>
                <a:spcPts val="0"/>
              </a:spcBef>
              <a:spcAft>
                <a:spcPts val="0"/>
              </a:spcAft>
              <a:buNone/>
            </a:pPr>
            <a:r>
              <a:t/>
            </a:r>
            <a:endParaRPr sz="1800">
              <a:solidFill>
                <a:srgbClr val="3F3F3F"/>
              </a:solidFill>
              <a:latin typeface="Trebuchet MS"/>
              <a:ea typeface="Trebuchet MS"/>
              <a:cs typeface="Trebuchet MS"/>
              <a:sym typeface="Trebuchet MS"/>
            </a:endParaRPr>
          </a:p>
        </p:txBody>
      </p:sp>
      <p:pic>
        <p:nvPicPr>
          <p:cNvPr id="489" name="Google Shape;489;h160691dd5ea774ad_0_87"/>
          <p:cNvPicPr preferRelativeResize="0"/>
          <p:nvPr/>
        </p:nvPicPr>
        <p:blipFill>
          <a:blip r:embed="rId5">
            <a:alphaModFix/>
          </a:blip>
          <a:stretch>
            <a:fillRect/>
          </a:stretch>
        </p:blipFill>
        <p:spPr>
          <a:xfrm>
            <a:off x="95300" y="663725"/>
            <a:ext cx="6576823" cy="3957750"/>
          </a:xfrm>
          <a:prstGeom prst="rect">
            <a:avLst/>
          </a:prstGeom>
          <a:noFill/>
          <a:ln>
            <a:noFill/>
          </a:ln>
        </p:spPr>
      </p:pic>
      <p:pic>
        <p:nvPicPr>
          <p:cNvPr id="490" name="Google Shape;490;h160691dd5ea774ad_0_87"/>
          <p:cNvPicPr preferRelativeResize="0"/>
          <p:nvPr/>
        </p:nvPicPr>
        <p:blipFill>
          <a:blip r:embed="rId6">
            <a:alphaModFix/>
          </a:blip>
          <a:stretch>
            <a:fillRect/>
          </a:stretch>
        </p:blipFill>
        <p:spPr>
          <a:xfrm>
            <a:off x="6841125" y="599175"/>
            <a:ext cx="5199900" cy="40223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485"/>
                                        </p:tgtEl>
                                        <p:attrNameLst>
                                          <p:attrName>style.visibility</p:attrName>
                                        </p:attrNameLst>
                                      </p:cBhvr>
                                      <p:to>
                                        <p:strVal val="visible"/>
                                      </p:to>
                                    </p:set>
                                    <p:anim calcmode="lin" valueType="num">
                                      <p:cBhvr additive="base">
                                        <p:cTn dur="500"/>
                                        <p:tgtEl>
                                          <p:spTgt spid="485"/>
                                        </p:tgtEl>
                                        <p:attrNameLst>
                                          <p:attrName>ppt_w</p:attrName>
                                        </p:attrNameLst>
                                      </p:cBhvr>
                                      <p:tavLst>
                                        <p:tav fmla="" tm="0">
                                          <p:val>
                                            <p:strVal val="0"/>
                                          </p:val>
                                        </p:tav>
                                        <p:tav fmla="" tm="100000">
                                          <p:val>
                                            <p:strVal val="#ppt_w"/>
                                          </p:val>
                                        </p:tav>
                                      </p:tavLst>
                                    </p:anim>
                                    <p:anim calcmode="lin" valueType="num">
                                      <p:cBhvr additive="base">
                                        <p:cTn dur="500"/>
                                        <p:tgtEl>
                                          <p:spTgt spid="485"/>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6"/>
                                        </p:tgtEl>
                                        <p:attrNameLst>
                                          <p:attrName>style.visibility</p:attrName>
                                        </p:attrNameLst>
                                      </p:cBhvr>
                                      <p:to>
                                        <p:strVal val="visible"/>
                                      </p:to>
                                    </p:set>
                                    <p:animEffect filter="fade" transition="in">
                                      <p:cBhvr>
                                        <p:cTn dur="1000"/>
                                        <p:tgtEl>
                                          <p:spTgt spid="48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pic>
        <p:nvPicPr>
          <p:cNvPr id="495" name="Google Shape;495;h160691dd5ea774ad_0_102"/>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sp>
        <p:nvSpPr>
          <p:cNvPr id="496" name="Google Shape;496;h160691dd5ea774ad_0_102"/>
          <p:cNvSpPr txBox="1"/>
          <p:nvPr>
            <p:ph type="title"/>
          </p:nvPr>
        </p:nvSpPr>
        <p:spPr>
          <a:xfrm>
            <a:off x="0" y="0"/>
            <a:ext cx="12331500" cy="8310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4320"/>
              <a:buFont typeface="Trebuchet MS"/>
              <a:buNone/>
            </a:pPr>
            <a:r>
              <a:rPr lang="en-US" sz="3770">
                <a:latin typeface="Times New Roman"/>
                <a:ea typeface="Times New Roman"/>
                <a:cs typeface="Times New Roman"/>
                <a:sym typeface="Times New Roman"/>
              </a:rPr>
              <a:t>RESULTS: SCATTER PLOT,JOINT PLOT &amp; HEATMAP</a:t>
            </a:r>
            <a:endParaRPr sz="4220"/>
          </a:p>
        </p:txBody>
      </p:sp>
      <p:sp>
        <p:nvSpPr>
          <p:cNvPr id="497" name="Google Shape;497;h160691dd5ea774ad_0_102"/>
          <p:cNvSpPr txBox="1"/>
          <p:nvPr/>
        </p:nvSpPr>
        <p:spPr>
          <a:xfrm>
            <a:off x="4345694" y="1275371"/>
            <a:ext cx="3343500" cy="666000"/>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b="0" i="0" sz="2000" u="none" cap="none" strike="noStrike">
              <a:solidFill>
                <a:schemeClr val="dk1"/>
              </a:solidFill>
              <a:latin typeface="Trebuchet MS"/>
              <a:ea typeface="Trebuchet MS"/>
              <a:cs typeface="Trebuchet MS"/>
              <a:sym typeface="Trebuchet MS"/>
            </a:endParaRPr>
          </a:p>
        </p:txBody>
      </p:sp>
      <p:sp>
        <p:nvSpPr>
          <p:cNvPr id="498" name="Google Shape;498;h160691dd5ea774ad_0_102"/>
          <p:cNvSpPr txBox="1"/>
          <p:nvPr/>
        </p:nvSpPr>
        <p:spPr>
          <a:xfrm>
            <a:off x="197000" y="6089550"/>
            <a:ext cx="9181500" cy="575400"/>
          </a:xfrm>
          <a:prstGeom prst="rect">
            <a:avLst/>
          </a:prstGeom>
          <a:noFill/>
          <a:ln>
            <a:noFill/>
          </a:ln>
        </p:spPr>
        <p:txBody>
          <a:bodyPr anchorCtr="0" anchor="t" bIns="45700" lIns="91425" spcFirstLastPara="1" rIns="91425" wrap="square" tIns="45700">
            <a:normAutofit fontScale="70000" lnSpcReduction="10000"/>
          </a:bodyPr>
          <a:lstStyle/>
          <a:p>
            <a:pPr indent="0" lvl="0" marL="0" marR="0" rtl="0" algn="l">
              <a:spcBef>
                <a:spcPts val="0"/>
              </a:spcBef>
              <a:spcAft>
                <a:spcPts val="0"/>
              </a:spcAft>
              <a:buClr>
                <a:schemeClr val="dk1"/>
              </a:buClr>
              <a:buSzPct val="100000"/>
              <a:buFont typeface="Trebuchet MS"/>
              <a:buNone/>
            </a:pPr>
            <a:r>
              <a:rPr b="1" i="0" lang="en-US" sz="4800" u="none" cap="none" strike="noStrike">
                <a:solidFill>
                  <a:schemeClr val="accent2"/>
                </a:solidFill>
                <a:latin typeface="Trebuchet MS"/>
                <a:ea typeface="Trebuchet MS"/>
                <a:cs typeface="Trebuchet MS"/>
                <a:sym typeface="Trebuchet MS"/>
              </a:rPr>
              <a:t> </a:t>
            </a:r>
            <a:r>
              <a:rPr lang="en-US" sz="2000" u="sng">
                <a:solidFill>
                  <a:schemeClr val="accent2"/>
                </a:solidFill>
                <a:latin typeface="Times New Roman"/>
                <a:ea typeface="Times New Roman"/>
                <a:cs typeface="Times New Roman"/>
                <a:sym typeface="Times New Roman"/>
                <a:hlinkClick r:id="rId4">
                  <a:extLst>
                    <a:ext uri="{A12FA001-AC4F-418D-AE19-62706E023703}">
                      <ahyp:hlinkClr val="tx"/>
                    </a:ext>
                  </a:extLst>
                </a:hlinkClick>
              </a:rPr>
              <a:t>https://github.com/pragyasrivastavaaa/TIRTC-PROJECT-VOIS-INTERNSHIP-Healthcare-Analytics-for-Doctor-Visits.git</a:t>
            </a:r>
            <a:r>
              <a:rPr lang="en-US" sz="2000" u="none">
                <a:solidFill>
                  <a:schemeClr val="accent2"/>
                </a:solidFill>
                <a:latin typeface="Times New Roman"/>
                <a:ea typeface="Times New Roman"/>
                <a:cs typeface="Times New Roman"/>
                <a:sym typeface="Times New Roman"/>
              </a:rPr>
              <a:t> </a:t>
            </a:r>
            <a:endParaRPr i="0" sz="4800" u="sng" cap="none" strike="noStrike">
              <a:solidFill>
                <a:schemeClr val="accent2"/>
              </a:solidFill>
              <a:latin typeface="Times New Roman"/>
              <a:ea typeface="Times New Roman"/>
              <a:cs typeface="Times New Roman"/>
              <a:sym typeface="Times New Roman"/>
            </a:endParaRPr>
          </a:p>
        </p:txBody>
      </p:sp>
      <p:sp>
        <p:nvSpPr>
          <p:cNvPr id="499" name="Google Shape;499;h160691dd5ea774ad_0_102"/>
          <p:cNvSpPr txBox="1"/>
          <p:nvPr/>
        </p:nvSpPr>
        <p:spPr>
          <a:xfrm>
            <a:off x="95300" y="4771200"/>
            <a:ext cx="11844300" cy="1437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1200">
                <a:solidFill>
                  <a:srgbClr val="1F1F1F"/>
                </a:solidFill>
                <a:latin typeface="Times New Roman"/>
                <a:ea typeface="Times New Roman"/>
                <a:cs typeface="Times New Roman"/>
                <a:sym typeface="Times New Roman"/>
              </a:rPr>
              <a:t>Here is a summary description of the plots displayed in the analysis results:</a:t>
            </a:r>
            <a:endParaRPr sz="1200">
              <a:solidFill>
                <a:srgbClr val="1F1F1F"/>
              </a:solidFill>
              <a:latin typeface="Times New Roman"/>
              <a:ea typeface="Times New Roman"/>
              <a:cs typeface="Times New Roman"/>
              <a:sym typeface="Times New Roman"/>
            </a:endParaRPr>
          </a:p>
          <a:p>
            <a:pPr indent="-304800" lvl="0" marL="457200" rtl="0" algn="l">
              <a:lnSpc>
                <a:spcPct val="115000"/>
              </a:lnSpc>
              <a:spcBef>
                <a:spcPts val="0"/>
              </a:spcBef>
              <a:spcAft>
                <a:spcPts val="0"/>
              </a:spcAft>
              <a:buClr>
                <a:srgbClr val="1F1F1F"/>
              </a:buClr>
              <a:buSzPts val="1200"/>
              <a:buChar char="●"/>
            </a:pPr>
            <a:r>
              <a:rPr b="1" lang="en-US" sz="1200">
                <a:solidFill>
                  <a:srgbClr val="1F1F1F"/>
                </a:solidFill>
                <a:latin typeface="Times New Roman"/>
                <a:ea typeface="Times New Roman"/>
                <a:cs typeface="Times New Roman"/>
                <a:sym typeface="Times New Roman"/>
              </a:rPr>
              <a:t>Age vs. Visits, Colored by Gender (Left Plot):</a:t>
            </a:r>
            <a:r>
              <a:rPr lang="en-US" sz="1200">
                <a:solidFill>
                  <a:srgbClr val="1F1F1F"/>
                </a:solidFill>
                <a:latin typeface="Times New Roman"/>
                <a:ea typeface="Times New Roman"/>
                <a:cs typeface="Times New Roman"/>
                <a:sym typeface="Times New Roman"/>
              </a:rPr>
              <a:t> A scatter plot displaying the relationship between patient age and the number of doctor visits, with data points differentiated by gender.</a:t>
            </a:r>
            <a:endParaRPr sz="1200">
              <a:solidFill>
                <a:srgbClr val="1F1F1F"/>
              </a:solidFill>
              <a:latin typeface="Times New Roman"/>
              <a:ea typeface="Times New Roman"/>
              <a:cs typeface="Times New Roman"/>
              <a:sym typeface="Times New Roman"/>
            </a:endParaRPr>
          </a:p>
          <a:p>
            <a:pPr indent="-304800" lvl="0" marL="457200" rtl="0" algn="l">
              <a:lnSpc>
                <a:spcPct val="115000"/>
              </a:lnSpc>
              <a:spcBef>
                <a:spcPts val="0"/>
              </a:spcBef>
              <a:spcAft>
                <a:spcPts val="0"/>
              </a:spcAft>
              <a:buClr>
                <a:srgbClr val="1F1F1F"/>
              </a:buClr>
              <a:buSzPts val="1200"/>
              <a:buChar char="●"/>
            </a:pPr>
            <a:r>
              <a:rPr b="1" lang="en-US" sz="1200">
                <a:solidFill>
                  <a:srgbClr val="1F1F1F"/>
                </a:solidFill>
                <a:latin typeface="Times New Roman"/>
                <a:ea typeface="Times New Roman"/>
                <a:cs typeface="Times New Roman"/>
                <a:sym typeface="Times New Roman"/>
              </a:rPr>
              <a:t>Patient Density Map: Age vs. Income Concentration (Middle Plot):</a:t>
            </a:r>
            <a:r>
              <a:rPr lang="en-US" sz="1200">
                <a:solidFill>
                  <a:srgbClr val="1F1F1F"/>
                </a:solidFill>
                <a:latin typeface="Times New Roman"/>
                <a:ea typeface="Times New Roman"/>
                <a:cs typeface="Times New Roman"/>
                <a:sym typeface="Times New Roman"/>
              </a:rPr>
              <a:t> A joint density plot illustrating the concentration and distribution of patients across age and income levels, accompanied by marginal distributions.</a:t>
            </a:r>
            <a:endParaRPr sz="1200">
              <a:solidFill>
                <a:srgbClr val="1F1F1F"/>
              </a:solidFill>
              <a:latin typeface="Times New Roman"/>
              <a:ea typeface="Times New Roman"/>
              <a:cs typeface="Times New Roman"/>
              <a:sym typeface="Times New Roman"/>
            </a:endParaRPr>
          </a:p>
          <a:p>
            <a:pPr indent="-304800" lvl="0" marL="457200" rtl="0" algn="l">
              <a:lnSpc>
                <a:spcPct val="115000"/>
              </a:lnSpc>
              <a:spcBef>
                <a:spcPts val="0"/>
              </a:spcBef>
              <a:spcAft>
                <a:spcPts val="0"/>
              </a:spcAft>
              <a:buClr>
                <a:srgbClr val="1F1F1F"/>
              </a:buClr>
              <a:buSzPts val="1200"/>
              <a:buChar char="●"/>
            </a:pPr>
            <a:r>
              <a:rPr b="1" lang="en-US" sz="1200">
                <a:solidFill>
                  <a:srgbClr val="1F1F1F"/>
                </a:solidFill>
                <a:latin typeface="Times New Roman"/>
                <a:ea typeface="Times New Roman"/>
                <a:cs typeface="Times New Roman"/>
                <a:sym typeface="Times New Roman"/>
              </a:rPr>
              <a:t>Correlation Matrix of Numerical Features (Right Plot):</a:t>
            </a:r>
            <a:r>
              <a:rPr lang="en-US" sz="1200">
                <a:solidFill>
                  <a:srgbClr val="1F1F1F"/>
                </a:solidFill>
                <a:latin typeface="Times New Roman"/>
                <a:ea typeface="Times New Roman"/>
                <a:cs typeface="Times New Roman"/>
                <a:sym typeface="Times New Roman"/>
              </a:rPr>
              <a:t> A heatmap showing the correlation coefficients among various numerical features in the dataset, such as visits, age, income, and illness</a:t>
            </a:r>
            <a:endParaRPr sz="1200">
              <a:solidFill>
                <a:srgbClr val="1F1F1F"/>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sz="1200">
              <a:solidFill>
                <a:srgbClr val="1F1F1F"/>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sz="1100">
              <a:solidFill>
                <a:srgbClr val="1F1F1F"/>
              </a:solidFill>
              <a:latin typeface="Times New Roman"/>
              <a:ea typeface="Times New Roman"/>
              <a:cs typeface="Times New Roman"/>
              <a:sym typeface="Times New Roman"/>
            </a:endParaRPr>
          </a:p>
          <a:p>
            <a:pPr indent="0" lvl="0" marL="0" rtl="0" algn="l">
              <a:spcBef>
                <a:spcPts val="0"/>
              </a:spcBef>
              <a:spcAft>
                <a:spcPts val="0"/>
              </a:spcAft>
              <a:buNone/>
            </a:pPr>
            <a:r>
              <a:t/>
            </a:r>
            <a:endParaRPr sz="1800">
              <a:solidFill>
                <a:srgbClr val="3F3F3F"/>
              </a:solidFill>
              <a:latin typeface="Trebuchet MS"/>
              <a:ea typeface="Trebuchet MS"/>
              <a:cs typeface="Trebuchet MS"/>
              <a:sym typeface="Trebuchet MS"/>
            </a:endParaRPr>
          </a:p>
        </p:txBody>
      </p:sp>
      <p:pic>
        <p:nvPicPr>
          <p:cNvPr id="500" name="Google Shape;500;h160691dd5ea774ad_0_102"/>
          <p:cNvPicPr preferRelativeResize="0"/>
          <p:nvPr/>
        </p:nvPicPr>
        <p:blipFill>
          <a:blip r:embed="rId5">
            <a:alphaModFix/>
          </a:blip>
          <a:stretch>
            <a:fillRect/>
          </a:stretch>
        </p:blipFill>
        <p:spPr>
          <a:xfrm>
            <a:off x="152400" y="983400"/>
            <a:ext cx="4820851" cy="3787788"/>
          </a:xfrm>
          <a:prstGeom prst="rect">
            <a:avLst/>
          </a:prstGeom>
          <a:noFill/>
          <a:ln>
            <a:noFill/>
          </a:ln>
        </p:spPr>
      </p:pic>
      <p:pic>
        <p:nvPicPr>
          <p:cNvPr id="501" name="Google Shape;501;h160691dd5ea774ad_0_102"/>
          <p:cNvPicPr preferRelativeResize="0"/>
          <p:nvPr/>
        </p:nvPicPr>
        <p:blipFill>
          <a:blip r:embed="rId6">
            <a:alphaModFix/>
          </a:blip>
          <a:stretch>
            <a:fillRect/>
          </a:stretch>
        </p:blipFill>
        <p:spPr>
          <a:xfrm>
            <a:off x="5146801" y="983400"/>
            <a:ext cx="3441025" cy="3840674"/>
          </a:xfrm>
          <a:prstGeom prst="rect">
            <a:avLst/>
          </a:prstGeom>
          <a:noFill/>
          <a:ln>
            <a:noFill/>
          </a:ln>
        </p:spPr>
      </p:pic>
      <p:pic>
        <p:nvPicPr>
          <p:cNvPr id="502" name="Google Shape;502;h160691dd5ea774ad_0_102"/>
          <p:cNvPicPr preferRelativeResize="0"/>
          <p:nvPr/>
        </p:nvPicPr>
        <p:blipFill>
          <a:blip r:embed="rId7">
            <a:alphaModFix/>
          </a:blip>
          <a:stretch>
            <a:fillRect/>
          </a:stretch>
        </p:blipFill>
        <p:spPr>
          <a:xfrm>
            <a:off x="8740225" y="983400"/>
            <a:ext cx="3299376" cy="384067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496"/>
                                        </p:tgtEl>
                                        <p:attrNameLst>
                                          <p:attrName>style.visibility</p:attrName>
                                        </p:attrNameLst>
                                      </p:cBhvr>
                                      <p:to>
                                        <p:strVal val="visible"/>
                                      </p:to>
                                    </p:set>
                                    <p:anim calcmode="lin" valueType="num">
                                      <p:cBhvr additive="base">
                                        <p:cTn dur="500"/>
                                        <p:tgtEl>
                                          <p:spTgt spid="496"/>
                                        </p:tgtEl>
                                        <p:attrNameLst>
                                          <p:attrName>ppt_w</p:attrName>
                                        </p:attrNameLst>
                                      </p:cBhvr>
                                      <p:tavLst>
                                        <p:tav fmla="" tm="0">
                                          <p:val>
                                            <p:strVal val="0"/>
                                          </p:val>
                                        </p:tav>
                                        <p:tav fmla="" tm="100000">
                                          <p:val>
                                            <p:strVal val="#ppt_w"/>
                                          </p:val>
                                        </p:tav>
                                      </p:tavLst>
                                    </p:anim>
                                    <p:anim calcmode="lin" valueType="num">
                                      <p:cBhvr additive="base">
                                        <p:cTn dur="500"/>
                                        <p:tgtEl>
                                          <p:spTgt spid="496"/>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7"/>
                                        </p:tgtEl>
                                        <p:attrNameLst>
                                          <p:attrName>style.visibility</p:attrName>
                                        </p:attrNameLst>
                                      </p:cBhvr>
                                      <p:to>
                                        <p:strVal val="visible"/>
                                      </p:to>
                                    </p:set>
                                    <p:animEffect filter="fade" transition="in">
                                      <p:cBhvr>
                                        <p:cTn dur="1000"/>
                                        <p:tgtEl>
                                          <p:spTgt spid="49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pic>
        <p:nvPicPr>
          <p:cNvPr id="507" name="Google Shape;507;h160691dd5ea774ad_0_692"/>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sp>
        <p:nvSpPr>
          <p:cNvPr id="508" name="Google Shape;508;h160691dd5ea774ad_0_692"/>
          <p:cNvSpPr txBox="1"/>
          <p:nvPr>
            <p:ph type="title"/>
          </p:nvPr>
        </p:nvSpPr>
        <p:spPr>
          <a:xfrm>
            <a:off x="675957" y="370589"/>
            <a:ext cx="4735800" cy="8310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4000"/>
              <a:buFont typeface="Trebuchet MS"/>
              <a:buNone/>
            </a:pPr>
            <a:r>
              <a:rPr lang="en-US" sz="4300">
                <a:latin typeface="Times New Roman"/>
                <a:ea typeface="Times New Roman"/>
                <a:cs typeface="Times New Roman"/>
                <a:sym typeface="Times New Roman"/>
              </a:rPr>
              <a:t>GitHub Link</a:t>
            </a:r>
            <a:endParaRPr sz="5100">
              <a:latin typeface="Times New Roman"/>
              <a:ea typeface="Times New Roman"/>
              <a:cs typeface="Times New Roman"/>
              <a:sym typeface="Times New Roman"/>
            </a:endParaRPr>
          </a:p>
        </p:txBody>
      </p:sp>
      <p:sp>
        <p:nvSpPr>
          <p:cNvPr id="509" name="Google Shape;509;h160691dd5ea774ad_0_692"/>
          <p:cNvSpPr txBox="1"/>
          <p:nvPr/>
        </p:nvSpPr>
        <p:spPr>
          <a:xfrm>
            <a:off x="744875" y="1298750"/>
            <a:ext cx="8214000" cy="666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accent1"/>
              </a:buClr>
              <a:buSzPts val="1600"/>
              <a:buFont typeface="Noto Sans Symbols"/>
              <a:buNone/>
            </a:pPr>
            <a:r>
              <a:rPr lang="en-US" sz="2000">
                <a:solidFill>
                  <a:srgbClr val="3C78D8"/>
                </a:solidFill>
                <a:latin typeface="Times New Roman"/>
                <a:ea typeface="Times New Roman"/>
                <a:cs typeface="Times New Roman"/>
                <a:sym typeface="Times New Roman"/>
              </a:rPr>
              <a:t>https://github.com/pragyasrivastavaaa/TIRTC-PROJECT-VOIS-INTERNSHIP-Healthcare-Analytics-for-Doctor-Visits.git</a:t>
            </a:r>
            <a:endParaRPr sz="2000">
              <a:solidFill>
                <a:srgbClr val="3C78D8"/>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508"/>
                                        </p:tgtEl>
                                        <p:attrNameLst>
                                          <p:attrName>style.visibility</p:attrName>
                                        </p:attrNameLst>
                                      </p:cBhvr>
                                      <p:to>
                                        <p:strVal val="visible"/>
                                      </p:to>
                                    </p:set>
                                    <p:anim calcmode="lin" valueType="num">
                                      <p:cBhvr additive="base">
                                        <p:cTn dur="500"/>
                                        <p:tgtEl>
                                          <p:spTgt spid="508"/>
                                        </p:tgtEl>
                                        <p:attrNameLst>
                                          <p:attrName>ppt_w</p:attrName>
                                        </p:attrNameLst>
                                      </p:cBhvr>
                                      <p:tavLst>
                                        <p:tav fmla="" tm="0">
                                          <p:val>
                                            <p:strVal val="0"/>
                                          </p:val>
                                        </p:tav>
                                        <p:tav fmla="" tm="100000">
                                          <p:val>
                                            <p:strVal val="#ppt_w"/>
                                          </p:val>
                                        </p:tav>
                                      </p:tavLst>
                                    </p:anim>
                                    <p:anim calcmode="lin" valueType="num">
                                      <p:cBhvr additive="base">
                                        <p:cTn dur="500"/>
                                        <p:tgtEl>
                                          <p:spTgt spid="508"/>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9"/>
                                        </p:tgtEl>
                                        <p:attrNameLst>
                                          <p:attrName>style.visibility</p:attrName>
                                        </p:attrNameLst>
                                      </p:cBhvr>
                                      <p:to>
                                        <p:strVal val="visible"/>
                                      </p:to>
                                    </p:set>
                                    <p:animEffect filter="fade" transition="in">
                                      <p:cBhvr>
                                        <p:cTn dur="1000"/>
                                        <p:tgtEl>
                                          <p:spTgt spid="50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pic>
        <p:nvPicPr>
          <p:cNvPr id="514" name="Google Shape;514;h160691dd5ea774ad_0_311"/>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sp>
        <p:nvSpPr>
          <p:cNvPr id="515" name="Google Shape;515;h160691dd5ea774ad_0_311"/>
          <p:cNvSpPr txBox="1"/>
          <p:nvPr>
            <p:ph type="title"/>
          </p:nvPr>
        </p:nvSpPr>
        <p:spPr>
          <a:xfrm>
            <a:off x="675948" y="0"/>
            <a:ext cx="10383000" cy="8847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3200"/>
              <a:buFont typeface="Trebuchet MS"/>
              <a:buNone/>
            </a:pPr>
            <a:r>
              <a:rPr lang="en-US" sz="4300">
                <a:latin typeface="Times New Roman"/>
                <a:ea typeface="Times New Roman"/>
                <a:cs typeface="Times New Roman"/>
                <a:sym typeface="Times New Roman"/>
              </a:rPr>
              <a:t>VOIS Course completion certificate - </a:t>
            </a:r>
            <a:br>
              <a:rPr lang="en-US" sz="4300">
                <a:latin typeface="Times New Roman"/>
                <a:ea typeface="Times New Roman"/>
                <a:cs typeface="Times New Roman"/>
                <a:sym typeface="Times New Roman"/>
              </a:rPr>
            </a:br>
            <a:r>
              <a:rPr lang="en-US" sz="4300">
                <a:latin typeface="Times New Roman"/>
                <a:ea typeface="Times New Roman"/>
                <a:cs typeface="Times New Roman"/>
                <a:sym typeface="Times New Roman"/>
              </a:rPr>
              <a:t>Course name- Data Visualization </a:t>
            </a:r>
            <a:endParaRPr sz="4300">
              <a:latin typeface="Times New Roman"/>
              <a:ea typeface="Times New Roman"/>
              <a:cs typeface="Times New Roman"/>
              <a:sym typeface="Times New Roman"/>
            </a:endParaRPr>
          </a:p>
        </p:txBody>
      </p:sp>
      <p:sp>
        <p:nvSpPr>
          <p:cNvPr id="516" name="Google Shape;516;h160691dd5ea774ad_0_311"/>
          <p:cNvSpPr txBox="1"/>
          <p:nvPr/>
        </p:nvSpPr>
        <p:spPr>
          <a:xfrm>
            <a:off x="320982" y="1275371"/>
            <a:ext cx="3343500" cy="666000"/>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pic>
        <p:nvPicPr>
          <p:cNvPr id="517" name="Google Shape;517;h160691dd5ea774ad_0_311"/>
          <p:cNvPicPr preferRelativeResize="0"/>
          <p:nvPr/>
        </p:nvPicPr>
        <p:blipFill>
          <a:blip r:embed="rId4">
            <a:alphaModFix/>
          </a:blip>
          <a:stretch>
            <a:fillRect/>
          </a:stretch>
        </p:blipFill>
        <p:spPr>
          <a:xfrm>
            <a:off x="320975" y="1543675"/>
            <a:ext cx="11509700" cy="50233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515"/>
                                        </p:tgtEl>
                                        <p:attrNameLst>
                                          <p:attrName>style.visibility</p:attrName>
                                        </p:attrNameLst>
                                      </p:cBhvr>
                                      <p:to>
                                        <p:strVal val="visible"/>
                                      </p:to>
                                    </p:set>
                                    <p:anim calcmode="lin" valueType="num">
                                      <p:cBhvr additive="base">
                                        <p:cTn dur="500"/>
                                        <p:tgtEl>
                                          <p:spTgt spid="515"/>
                                        </p:tgtEl>
                                        <p:attrNameLst>
                                          <p:attrName>ppt_w</p:attrName>
                                        </p:attrNameLst>
                                      </p:cBhvr>
                                      <p:tavLst>
                                        <p:tav fmla="" tm="0">
                                          <p:val>
                                            <p:strVal val="0"/>
                                          </p:val>
                                        </p:tav>
                                        <p:tav fmla="" tm="100000">
                                          <p:val>
                                            <p:strVal val="#ppt_w"/>
                                          </p:val>
                                        </p:tav>
                                      </p:tavLst>
                                    </p:anim>
                                    <p:anim calcmode="lin" valueType="num">
                                      <p:cBhvr additive="base">
                                        <p:cTn dur="500"/>
                                        <p:tgtEl>
                                          <p:spTgt spid="515"/>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6"/>
                                        </p:tgtEl>
                                        <p:attrNameLst>
                                          <p:attrName>style.visibility</p:attrName>
                                        </p:attrNameLst>
                                      </p:cBhvr>
                                      <p:to>
                                        <p:strVal val="visible"/>
                                      </p:to>
                                    </p:set>
                                    <p:animEffect filter="fade" transition="in">
                                      <p:cBhvr>
                                        <p:cTn dur="1000"/>
                                        <p:tgtEl>
                                          <p:spTgt spid="51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p7"/>
          <p:cNvSpPr txBox="1"/>
          <p:nvPr>
            <p:ph idx="8" type="body"/>
          </p:nvPr>
        </p:nvSpPr>
        <p:spPr>
          <a:xfrm>
            <a:off x="3727865" y="4641925"/>
            <a:ext cx="2139695" cy="1108635"/>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SzPts val="1280"/>
              <a:buNone/>
            </a:pPr>
            <a:r>
              <a:rPr lang="en-US"/>
              <a:t>.</a:t>
            </a:r>
            <a:endParaRPr/>
          </a:p>
        </p:txBody>
      </p:sp>
      <p:sp>
        <p:nvSpPr>
          <p:cNvPr id="523" name="Google Shape;523;p7"/>
          <p:cNvSpPr txBox="1"/>
          <p:nvPr/>
        </p:nvSpPr>
        <p:spPr>
          <a:xfrm>
            <a:off x="878337" y="4134780"/>
            <a:ext cx="2596574" cy="453919"/>
          </a:xfrm>
          <a:prstGeom prst="rect">
            <a:avLst/>
          </a:prstGeom>
          <a:noFill/>
          <a:ln>
            <a:noFill/>
          </a:ln>
        </p:spPr>
        <p:txBody>
          <a:bodyPr anchorCtr="0" anchor="t" bIns="45700" lIns="91425" spcFirstLastPara="1" rIns="91425" wrap="square" tIns="45700">
            <a:normAutofit lnSpcReduction="10000"/>
          </a:bodyPr>
          <a:lstStyle/>
          <a:p>
            <a:pPr indent="0" lvl="0" marL="0" marR="0" rtl="0" algn="ctr">
              <a:spcBef>
                <a:spcPts val="0"/>
              </a:spcBef>
              <a:spcAft>
                <a:spcPts val="0"/>
              </a:spcAft>
              <a:buClr>
                <a:schemeClr val="accent1"/>
              </a:buClr>
              <a:buSzPts val="1920"/>
              <a:buFont typeface="Noto Sans Symbols"/>
              <a:buNone/>
            </a:pPr>
            <a:r>
              <a:t/>
            </a:r>
            <a:endParaRPr b="1" i="0" sz="2400" u="none" cap="none" strike="noStrike">
              <a:solidFill>
                <a:schemeClr val="accent4"/>
              </a:solidFill>
              <a:latin typeface="Trebuchet MS"/>
              <a:ea typeface="Trebuchet MS"/>
              <a:cs typeface="Trebuchet MS"/>
              <a:sym typeface="Trebuchet MS"/>
            </a:endParaRPr>
          </a:p>
        </p:txBody>
      </p:sp>
      <p:sp>
        <p:nvSpPr>
          <p:cNvPr id="524" name="Google Shape;524;p7"/>
          <p:cNvSpPr txBox="1"/>
          <p:nvPr/>
        </p:nvSpPr>
        <p:spPr>
          <a:xfrm>
            <a:off x="5353508" y="3962573"/>
            <a:ext cx="2596574" cy="453919"/>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760"/>
              <a:buFont typeface="Noto Sans Symbols"/>
              <a:buNone/>
            </a:pPr>
            <a:r>
              <a:t/>
            </a:r>
            <a:endParaRPr b="1" i="0" sz="2200" u="none" cap="none" strike="noStrike">
              <a:solidFill>
                <a:schemeClr val="accent4"/>
              </a:solidFill>
              <a:latin typeface="Trebuchet MS"/>
              <a:ea typeface="Trebuchet MS"/>
              <a:cs typeface="Trebuchet MS"/>
              <a:sym typeface="Trebuchet MS"/>
            </a:endParaRPr>
          </a:p>
        </p:txBody>
      </p:sp>
      <p:sp>
        <p:nvSpPr>
          <p:cNvPr id="525" name="Google Shape;525;p7"/>
          <p:cNvSpPr txBox="1"/>
          <p:nvPr/>
        </p:nvSpPr>
        <p:spPr>
          <a:xfrm>
            <a:off x="7789163" y="3962572"/>
            <a:ext cx="2596574" cy="453919"/>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760"/>
              <a:buFont typeface="Noto Sans Symbols"/>
              <a:buNone/>
            </a:pPr>
            <a:r>
              <a:t/>
            </a:r>
            <a:endParaRPr b="1" i="0" sz="2200" u="none" cap="none" strike="noStrike">
              <a:solidFill>
                <a:schemeClr val="accent4"/>
              </a:solidFill>
              <a:latin typeface="Trebuchet MS"/>
              <a:ea typeface="Trebuchet MS"/>
              <a:cs typeface="Trebuchet MS"/>
              <a:sym typeface="Trebuchet MS"/>
            </a:endParaRPr>
          </a:p>
        </p:txBody>
      </p:sp>
      <p:sp>
        <p:nvSpPr>
          <p:cNvPr id="526" name="Google Shape;526;p7"/>
          <p:cNvSpPr txBox="1"/>
          <p:nvPr/>
        </p:nvSpPr>
        <p:spPr>
          <a:xfrm>
            <a:off x="6096000" y="4641925"/>
            <a:ext cx="2139695" cy="1108635"/>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280"/>
              <a:buFont typeface="Noto Sans Symbols"/>
              <a:buNone/>
            </a:pPr>
            <a:r>
              <a:t/>
            </a:r>
            <a:endParaRPr b="0" i="0" sz="1600" u="none" cap="none" strike="noStrike">
              <a:solidFill>
                <a:schemeClr val="dk1"/>
              </a:solidFill>
              <a:latin typeface="Trebuchet MS"/>
              <a:ea typeface="Trebuchet MS"/>
              <a:cs typeface="Trebuchet MS"/>
              <a:sym typeface="Trebuchet MS"/>
            </a:endParaRPr>
          </a:p>
        </p:txBody>
      </p:sp>
      <p:sp>
        <p:nvSpPr>
          <p:cNvPr id="527" name="Google Shape;527;p7"/>
          <p:cNvSpPr txBox="1"/>
          <p:nvPr/>
        </p:nvSpPr>
        <p:spPr>
          <a:xfrm>
            <a:off x="8591363" y="4641925"/>
            <a:ext cx="2139695" cy="1108635"/>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280"/>
              <a:buFont typeface="Noto Sans Symbols"/>
              <a:buNone/>
            </a:pPr>
            <a:r>
              <a:rPr b="0" i="0" lang="en-US" sz="1600" u="none" cap="none" strike="noStrike">
                <a:solidFill>
                  <a:schemeClr val="dk1"/>
                </a:solidFill>
                <a:latin typeface="Trebuchet MS"/>
                <a:ea typeface="Trebuchet MS"/>
                <a:cs typeface="Trebuchet MS"/>
                <a:sym typeface="Trebuchet MS"/>
              </a:rPr>
              <a:t>.</a:t>
            </a:r>
            <a:endParaRPr/>
          </a:p>
        </p:txBody>
      </p:sp>
      <p:pic>
        <p:nvPicPr>
          <p:cNvPr id="528" name="Google Shape;528;p7"/>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sp>
        <p:nvSpPr>
          <p:cNvPr id="529" name="Google Shape;529;p7"/>
          <p:cNvSpPr txBox="1"/>
          <p:nvPr/>
        </p:nvSpPr>
        <p:spPr>
          <a:xfrm>
            <a:off x="2116850" y="2741250"/>
            <a:ext cx="7658400" cy="923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4800">
                <a:solidFill>
                  <a:schemeClr val="dk1"/>
                </a:solidFill>
                <a:latin typeface="Times New Roman"/>
                <a:ea typeface="Times New Roman"/>
                <a:cs typeface="Times New Roman"/>
                <a:sym typeface="Times New Roman"/>
              </a:rPr>
              <a:t>THANK YOU</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3"/>
                                        </p:tgtEl>
                                        <p:attrNameLst>
                                          <p:attrName>style.visibility</p:attrName>
                                        </p:attrNameLst>
                                      </p:cBhvr>
                                      <p:to>
                                        <p:strVal val="visible"/>
                                      </p:to>
                                    </p:set>
                                    <p:animEffect filter="fade" transition="in">
                                      <p:cBhvr>
                                        <p:cTn dur="500"/>
                                        <p:tgtEl>
                                          <p:spTgt spid="52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2">
                                            <p:txEl>
                                              <p:pRg end="0" st="0"/>
                                            </p:txEl>
                                          </p:spTgt>
                                        </p:tgtEl>
                                        <p:attrNameLst>
                                          <p:attrName>style.visibility</p:attrName>
                                        </p:attrNameLst>
                                      </p:cBhvr>
                                      <p:to>
                                        <p:strVal val="visible"/>
                                      </p:to>
                                    </p:set>
                                    <p:animEffect filter="fade" transition="in">
                                      <p:cBhvr>
                                        <p:cTn dur="500"/>
                                        <p:tgtEl>
                                          <p:spTgt spid="52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4"/>
                                        </p:tgtEl>
                                        <p:attrNameLst>
                                          <p:attrName>style.visibility</p:attrName>
                                        </p:attrNameLst>
                                      </p:cBhvr>
                                      <p:to>
                                        <p:strVal val="visible"/>
                                      </p:to>
                                    </p:set>
                                    <p:animEffect filter="fade" transition="in">
                                      <p:cBhvr>
                                        <p:cTn dur="500"/>
                                        <p:tgtEl>
                                          <p:spTgt spid="52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6"/>
                                        </p:tgtEl>
                                        <p:attrNameLst>
                                          <p:attrName>style.visibility</p:attrName>
                                        </p:attrNameLst>
                                      </p:cBhvr>
                                      <p:to>
                                        <p:strVal val="visible"/>
                                      </p:to>
                                    </p:set>
                                    <p:animEffect filter="fade" transition="in">
                                      <p:cBhvr>
                                        <p:cTn dur="500"/>
                                        <p:tgtEl>
                                          <p:spTgt spid="52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5"/>
                                        </p:tgtEl>
                                        <p:attrNameLst>
                                          <p:attrName>style.visibility</p:attrName>
                                        </p:attrNameLst>
                                      </p:cBhvr>
                                      <p:to>
                                        <p:strVal val="visible"/>
                                      </p:to>
                                    </p:set>
                                    <p:animEffect filter="fade" transition="in">
                                      <p:cBhvr>
                                        <p:cTn dur="500"/>
                                        <p:tgtEl>
                                          <p:spTgt spid="52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7"/>
                                        </p:tgtEl>
                                        <p:attrNameLst>
                                          <p:attrName>style.visibility</p:attrName>
                                        </p:attrNameLst>
                                      </p:cBhvr>
                                      <p:to>
                                        <p:strVal val="visible"/>
                                      </p:to>
                                    </p:set>
                                    <p:animEffect filter="fade" transition="in">
                                      <p:cBhvr>
                                        <p:cTn dur="500"/>
                                        <p:tgtEl>
                                          <p:spTgt spid="52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2021-07-11T13:13:15Z</dcterms:created>
  <dc:creator>Venkataswamy</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